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55" r:id="rId2"/>
  </p:sldMasterIdLst>
  <p:notesMasterIdLst>
    <p:notesMasterId r:id="rId21"/>
  </p:notesMasterIdLst>
  <p:sldIdLst>
    <p:sldId id="310" r:id="rId3"/>
    <p:sldId id="313" r:id="rId4"/>
    <p:sldId id="256" r:id="rId5"/>
    <p:sldId id="311" r:id="rId6"/>
    <p:sldId id="314" r:id="rId7"/>
    <p:sldId id="264" r:id="rId8"/>
    <p:sldId id="315" r:id="rId9"/>
    <p:sldId id="312" r:id="rId10"/>
    <p:sldId id="258" r:id="rId11"/>
    <p:sldId id="326" r:id="rId12"/>
    <p:sldId id="260" r:id="rId13"/>
    <p:sldId id="262" r:id="rId14"/>
    <p:sldId id="317" r:id="rId15"/>
    <p:sldId id="265" r:id="rId16"/>
    <p:sldId id="316" r:id="rId17"/>
    <p:sldId id="308" r:id="rId18"/>
    <p:sldId id="324" r:id="rId19"/>
    <p:sldId id="32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B103B4-05BA-46B1-8BA9-3DA9892E3B3F}">
          <p14:sldIdLst>
            <p14:sldId id="310"/>
            <p14:sldId id="313"/>
          </p14:sldIdLst>
        </p14:section>
        <p14:section name="Math Notation" id="{73A282F2-1FCD-4C62-B594-F248A791973A}">
          <p14:sldIdLst>
            <p14:sldId id="256"/>
            <p14:sldId id="311"/>
            <p14:sldId id="314"/>
            <p14:sldId id="264"/>
            <p14:sldId id="315"/>
          </p14:sldIdLst>
        </p14:section>
        <p14:section name="Single Qubit" id="{82868170-FC37-45DF-95B3-D5B94BA43656}">
          <p14:sldIdLst>
            <p14:sldId id="312"/>
            <p14:sldId id="258"/>
            <p14:sldId id="326"/>
            <p14:sldId id="260"/>
            <p14:sldId id="262"/>
            <p14:sldId id="317"/>
            <p14:sldId id="265"/>
            <p14:sldId id="316"/>
            <p14:sldId id="308"/>
          </p14:sldIdLst>
        </p14:section>
        <p14:section name="Conclusion" id="{89E9AFA6-25AA-4BC5-9464-316C84019CD9}">
          <p14:sldIdLst>
            <p14:sldId id="324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1340"/>
    <a:srgbClr val="397B5D"/>
    <a:srgbClr val="32324C"/>
    <a:srgbClr val="D0D5DB"/>
    <a:srgbClr val="001B52"/>
    <a:srgbClr val="147987"/>
    <a:srgbClr val="4FAC83"/>
    <a:srgbClr val="3A7E5F"/>
    <a:srgbClr val="001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9E1D7-E6E5-F0A5-EC28-CF9DED95CFF4}" v="3" dt="2025-10-06T21:44:32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Sharma (Student)" userId="5017081d-1688-4eda-a2f9-bb27e4f819ba" providerId="ADAL" clId="{ACC21BB1-644A-4677-9BB1-9BA981B64D62}"/>
    <pc:docChg chg="undo custSel addSld delSld modSld sldOrd modMainMaster addSection delSection modSection">
      <pc:chgData name="Vinayak Sharma (Student)" userId="5017081d-1688-4eda-a2f9-bb27e4f819ba" providerId="ADAL" clId="{ACC21BB1-644A-4677-9BB1-9BA981B64D62}" dt="2025-10-07T07:34:39.802" v="6356" actId="17851"/>
      <pc:docMkLst>
        <pc:docMk/>
      </pc:docMkLst>
      <pc:sldChg chg="modSp mod ord">
        <pc:chgData name="Vinayak Sharma (Student)" userId="5017081d-1688-4eda-a2f9-bb27e4f819ba" providerId="ADAL" clId="{ACC21BB1-644A-4677-9BB1-9BA981B64D62}" dt="2025-09-30T05:35:08.296" v="170" actId="207"/>
        <pc:sldMkLst>
          <pc:docMk/>
          <pc:sldMk cId="109857222" sldId="256"/>
        </pc:sldMkLst>
        <pc:spChg chg="mod">
          <ac:chgData name="Vinayak Sharma (Student)" userId="5017081d-1688-4eda-a2f9-bb27e4f819ba" providerId="ADAL" clId="{ACC21BB1-644A-4677-9BB1-9BA981B64D62}" dt="2025-09-30T05:34:52.078" v="116" actId="20577"/>
          <ac:spMkLst>
            <pc:docMk/>
            <pc:sldMk cId="109857222" sldId="256"/>
            <ac:spMk id="6" creationId="{17417631-6A90-F2B4-6302-B5F0F16759EF}"/>
          </ac:spMkLst>
        </pc:spChg>
        <pc:spChg chg="mod">
          <ac:chgData name="Vinayak Sharma (Student)" userId="5017081d-1688-4eda-a2f9-bb27e4f819ba" providerId="ADAL" clId="{ACC21BB1-644A-4677-9BB1-9BA981B64D62}" dt="2025-09-30T05:35:08.296" v="170" actId="207"/>
          <ac:spMkLst>
            <pc:docMk/>
            <pc:sldMk cId="109857222" sldId="256"/>
            <ac:spMk id="7" creationId="{40D0CFA5-5820-4495-AC8A-A3FD406DBB02}"/>
          </ac:spMkLst>
        </pc:spChg>
      </pc:sldChg>
      <pc:sldChg chg="addSp delSp modSp mod delAnim modAnim">
        <pc:chgData name="Vinayak Sharma (Student)" userId="5017081d-1688-4eda-a2f9-bb27e4f819ba" providerId="ADAL" clId="{ACC21BB1-644A-4677-9BB1-9BA981B64D62}" dt="2025-09-30T08:00:15.253" v="6281" actId="1076"/>
        <pc:sldMkLst>
          <pc:docMk/>
          <pc:sldMk cId="769965372" sldId="258"/>
        </pc:sldMkLst>
        <pc:spChg chg="mod">
          <ac:chgData name="Vinayak Sharma (Student)" userId="5017081d-1688-4eda-a2f9-bb27e4f819ba" providerId="ADAL" clId="{ACC21BB1-644A-4677-9BB1-9BA981B64D62}" dt="2025-09-30T07:23:56.684" v="4514" actId="1076"/>
          <ac:spMkLst>
            <pc:docMk/>
            <pc:sldMk cId="769965372" sldId="258"/>
            <ac:spMk id="7" creationId="{16D2C8DB-5689-3347-F96D-FD777D5698A2}"/>
          </ac:spMkLst>
        </pc:spChg>
        <pc:spChg chg="mod">
          <ac:chgData name="Vinayak Sharma (Student)" userId="5017081d-1688-4eda-a2f9-bb27e4f819ba" providerId="ADAL" clId="{ACC21BB1-644A-4677-9BB1-9BA981B64D62}" dt="2025-09-30T07:58:48.389" v="6159" actId="1076"/>
          <ac:spMkLst>
            <pc:docMk/>
            <pc:sldMk cId="769965372" sldId="258"/>
            <ac:spMk id="9" creationId="{EDD9B77E-10E6-B068-A2E7-4711C2692D1D}"/>
          </ac:spMkLst>
        </pc:spChg>
        <pc:spChg chg="mod">
          <ac:chgData name="Vinayak Sharma (Student)" userId="5017081d-1688-4eda-a2f9-bb27e4f819ba" providerId="ADAL" clId="{ACC21BB1-644A-4677-9BB1-9BA981B64D62}" dt="2025-09-30T07:25:26.652" v="4523" actId="1076"/>
          <ac:spMkLst>
            <pc:docMk/>
            <pc:sldMk cId="769965372" sldId="258"/>
            <ac:spMk id="10" creationId="{D4ABED02-439B-95E9-2ABC-51A7B30E47FF}"/>
          </ac:spMkLst>
        </pc:spChg>
        <pc:spChg chg="add mod">
          <ac:chgData name="Vinayak Sharma (Student)" userId="5017081d-1688-4eda-a2f9-bb27e4f819ba" providerId="ADAL" clId="{ACC21BB1-644A-4677-9BB1-9BA981B64D62}" dt="2025-09-30T07:23:48.597" v="4511" actId="20577"/>
          <ac:spMkLst>
            <pc:docMk/>
            <pc:sldMk cId="769965372" sldId="258"/>
            <ac:spMk id="20" creationId="{52AC37EC-5DDA-3ABB-5905-4CA4810D144F}"/>
          </ac:spMkLst>
        </pc:spChg>
        <pc:spChg chg="add mod">
          <ac:chgData name="Vinayak Sharma (Student)" userId="5017081d-1688-4eda-a2f9-bb27e4f819ba" providerId="ADAL" clId="{ACC21BB1-644A-4677-9BB1-9BA981B64D62}" dt="2025-09-30T07:58:40.030" v="6157" actId="1076"/>
          <ac:spMkLst>
            <pc:docMk/>
            <pc:sldMk cId="769965372" sldId="258"/>
            <ac:spMk id="41" creationId="{EE3965E5-4A2A-A826-D652-80C60B8B17BE}"/>
          </ac:spMkLst>
        </pc:spChg>
        <pc:spChg chg="add mod">
          <ac:chgData name="Vinayak Sharma (Student)" userId="5017081d-1688-4eda-a2f9-bb27e4f819ba" providerId="ADAL" clId="{ACC21BB1-644A-4677-9BB1-9BA981B64D62}" dt="2025-09-30T07:59:35.394" v="6213" actId="1076"/>
          <ac:spMkLst>
            <pc:docMk/>
            <pc:sldMk cId="769965372" sldId="258"/>
            <ac:spMk id="42" creationId="{AAE4C656-3ABD-AB18-DBFC-E653B5C7D0D5}"/>
          </ac:spMkLst>
        </pc:spChg>
        <pc:spChg chg="add mod">
          <ac:chgData name="Vinayak Sharma (Student)" userId="5017081d-1688-4eda-a2f9-bb27e4f819ba" providerId="ADAL" clId="{ACC21BB1-644A-4677-9BB1-9BA981B64D62}" dt="2025-09-30T07:59:35.394" v="6213" actId="1076"/>
          <ac:spMkLst>
            <pc:docMk/>
            <pc:sldMk cId="769965372" sldId="258"/>
            <ac:spMk id="43" creationId="{7AD89153-EF87-1930-660D-A072666EE53E}"/>
          </ac:spMkLst>
        </pc:spChg>
        <pc:spChg chg="add mod">
          <ac:chgData name="Vinayak Sharma (Student)" userId="5017081d-1688-4eda-a2f9-bb27e4f819ba" providerId="ADAL" clId="{ACC21BB1-644A-4677-9BB1-9BA981B64D62}" dt="2025-09-30T08:00:15.253" v="6281" actId="1076"/>
          <ac:spMkLst>
            <pc:docMk/>
            <pc:sldMk cId="769965372" sldId="258"/>
            <ac:spMk id="46" creationId="{D5E29BF9-D18B-82E3-F8C2-241C77B47A16}"/>
          </ac:spMkLst>
        </pc:spChg>
        <pc:grpChg chg="mod">
          <ac:chgData name="Vinayak Sharma (Student)" userId="5017081d-1688-4eda-a2f9-bb27e4f819ba" providerId="ADAL" clId="{ACC21BB1-644A-4677-9BB1-9BA981B64D62}" dt="2025-09-30T07:23:56.684" v="4514" actId="1076"/>
          <ac:grpSpMkLst>
            <pc:docMk/>
            <pc:sldMk cId="769965372" sldId="258"/>
            <ac:grpSpMk id="11" creationId="{82BB63AF-7579-EF9F-D1C3-3A54739262DC}"/>
          </ac:grpSpMkLst>
        </pc:grpChg>
        <pc:picChg chg="add mod">
          <ac:chgData name="Vinayak Sharma (Student)" userId="5017081d-1688-4eda-a2f9-bb27e4f819ba" providerId="ADAL" clId="{ACC21BB1-644A-4677-9BB1-9BA981B64D62}" dt="2025-09-30T07:58:32.309" v="6154" actId="14100"/>
          <ac:picMkLst>
            <pc:docMk/>
            <pc:sldMk cId="769965372" sldId="258"/>
            <ac:picMk id="4102" creationId="{9A794AC2-D311-6719-0FED-930146BC0845}"/>
          </ac:picMkLst>
        </pc:picChg>
        <pc:cxnChg chg="add mod">
          <ac:chgData name="Vinayak Sharma (Student)" userId="5017081d-1688-4eda-a2f9-bb27e4f819ba" providerId="ADAL" clId="{ACC21BB1-644A-4677-9BB1-9BA981B64D62}" dt="2025-09-30T07:23:53.825" v="4513" actId="1076"/>
          <ac:cxnSpMkLst>
            <pc:docMk/>
            <pc:sldMk cId="769965372" sldId="258"/>
            <ac:cxnSpMk id="21" creationId="{4CBF8B68-4F48-33A4-63F9-9088AFCE5ACC}"/>
          </ac:cxnSpMkLst>
        </pc:cxnChg>
      </pc:sldChg>
      <pc:sldChg chg="addSp delSp modSp mod modAnim">
        <pc:chgData name="Vinayak Sharma (Student)" userId="5017081d-1688-4eda-a2f9-bb27e4f819ba" providerId="ADAL" clId="{ACC21BB1-644A-4677-9BB1-9BA981B64D62}" dt="2025-09-30T07:52:39.773" v="5777" actId="208"/>
        <pc:sldMkLst>
          <pc:docMk/>
          <pc:sldMk cId="3678104305" sldId="260"/>
        </pc:sldMkLst>
        <pc:spChg chg="mod">
          <ac:chgData name="Vinayak Sharma (Student)" userId="5017081d-1688-4eda-a2f9-bb27e4f819ba" providerId="ADAL" clId="{ACC21BB1-644A-4677-9BB1-9BA981B64D62}" dt="2025-09-30T07:51:46.633" v="5751" actId="1076"/>
          <ac:spMkLst>
            <pc:docMk/>
            <pc:sldMk cId="3678104305" sldId="260"/>
            <ac:spMk id="6" creationId="{BCB3FEB2-2EEC-84D0-3E25-DEC03B934D8D}"/>
          </ac:spMkLst>
        </pc:spChg>
        <pc:spChg chg="mod">
          <ac:chgData name="Vinayak Sharma (Student)" userId="5017081d-1688-4eda-a2f9-bb27e4f819ba" providerId="ADAL" clId="{ACC21BB1-644A-4677-9BB1-9BA981B64D62}" dt="2025-09-30T07:26:08.319" v="4583" actId="1076"/>
          <ac:spMkLst>
            <pc:docMk/>
            <pc:sldMk cId="3678104305" sldId="260"/>
            <ac:spMk id="9" creationId="{A50A59CA-394A-7FD8-27E2-FE392843FC56}"/>
          </ac:spMkLst>
        </pc:spChg>
        <pc:spChg chg="mod">
          <ac:chgData name="Vinayak Sharma (Student)" userId="5017081d-1688-4eda-a2f9-bb27e4f819ba" providerId="ADAL" clId="{ACC21BB1-644A-4677-9BB1-9BA981B64D62}" dt="2025-09-30T07:51:52.875" v="5755" actId="1076"/>
          <ac:spMkLst>
            <pc:docMk/>
            <pc:sldMk cId="3678104305" sldId="260"/>
            <ac:spMk id="10" creationId="{3BC85792-5E19-574B-0AD2-D92BF06398FB}"/>
          </ac:spMkLst>
        </pc:spChg>
        <pc:spChg chg="mod">
          <ac:chgData name="Vinayak Sharma (Student)" userId="5017081d-1688-4eda-a2f9-bb27e4f819ba" providerId="ADAL" clId="{ACC21BB1-644A-4677-9BB1-9BA981B64D62}" dt="2025-09-30T07:52:00.769" v="5761" actId="1076"/>
          <ac:spMkLst>
            <pc:docMk/>
            <pc:sldMk cId="3678104305" sldId="260"/>
            <ac:spMk id="11" creationId="{75059254-FF0D-11DB-0F4D-EEF5E5966A96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13" creationId="{85248E62-3AA9-52B3-8509-95C38D4CF2CE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14" creationId="{5BB44103-9AA2-AF83-41E1-053F8AD6C404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19" creationId="{4F9394C0-B978-6519-4772-3C97C339D1E5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20" creationId="{C2DEAEFD-573C-2573-666F-5E2CBF2DD1F4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22" creationId="{4A378181-C8F1-3E9F-5638-10E89D7C2720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23" creationId="{B26331D4-F31C-D9AE-8821-3F310418EC85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25" creationId="{2BC372FF-36CF-55A2-45AE-5602DBB2FB07}"/>
          </ac:spMkLst>
        </pc:spChg>
        <pc:spChg chg="mod">
          <ac:chgData name="Vinayak Sharma (Student)" userId="5017081d-1688-4eda-a2f9-bb27e4f819ba" providerId="ADAL" clId="{ACC21BB1-644A-4677-9BB1-9BA981B64D62}" dt="2025-09-30T07:50:13.884" v="5719" actId="164"/>
          <ac:spMkLst>
            <pc:docMk/>
            <pc:sldMk cId="3678104305" sldId="260"/>
            <ac:spMk id="26" creationId="{32315F88-AA07-9614-2024-57B8610D8A72}"/>
          </ac:spMkLst>
        </pc:spChg>
        <pc:spChg chg="mod">
          <ac:chgData name="Vinayak Sharma (Student)" userId="5017081d-1688-4eda-a2f9-bb27e4f819ba" providerId="ADAL" clId="{ACC21BB1-644A-4677-9BB1-9BA981B64D62}" dt="2025-09-30T07:52:31.861" v="5775" actId="1076"/>
          <ac:spMkLst>
            <pc:docMk/>
            <pc:sldMk cId="3678104305" sldId="260"/>
            <ac:spMk id="27" creationId="{453EEFB5-8157-E1F2-0AC6-8425B73CA60F}"/>
          </ac:spMkLst>
        </pc:spChg>
        <pc:spChg chg="mod">
          <ac:chgData name="Vinayak Sharma (Student)" userId="5017081d-1688-4eda-a2f9-bb27e4f819ba" providerId="ADAL" clId="{ACC21BB1-644A-4677-9BB1-9BA981B64D62}" dt="2025-09-30T07:52:36.143" v="5776" actId="1076"/>
          <ac:spMkLst>
            <pc:docMk/>
            <pc:sldMk cId="3678104305" sldId="260"/>
            <ac:spMk id="29" creationId="{53BF5C21-8192-4ABF-69AA-0E4613CE311D}"/>
          </ac:spMkLst>
        </pc:spChg>
        <pc:spChg chg="mod">
          <ac:chgData name="Vinayak Sharma (Student)" userId="5017081d-1688-4eda-a2f9-bb27e4f819ba" providerId="ADAL" clId="{ACC21BB1-644A-4677-9BB1-9BA981B64D62}" dt="2025-09-30T07:52:19.442" v="5768" actId="1076"/>
          <ac:spMkLst>
            <pc:docMk/>
            <pc:sldMk cId="3678104305" sldId="260"/>
            <ac:spMk id="30" creationId="{AB7C3EE4-C7C6-4623-766E-E8D7C790C529}"/>
          </ac:spMkLst>
        </pc:spChg>
        <pc:spChg chg="mod">
          <ac:chgData name="Vinayak Sharma (Student)" userId="5017081d-1688-4eda-a2f9-bb27e4f819ba" providerId="ADAL" clId="{ACC21BB1-644A-4677-9BB1-9BA981B64D62}" dt="2025-09-30T07:26:43.897" v="4603" actId="1076"/>
          <ac:spMkLst>
            <pc:docMk/>
            <pc:sldMk cId="3678104305" sldId="260"/>
            <ac:spMk id="33" creationId="{ADF85AA2-4F05-972B-B315-21DFBA078EF5}"/>
          </ac:spMkLst>
        </pc:spChg>
        <pc:spChg chg="add mod">
          <ac:chgData name="Vinayak Sharma (Student)" userId="5017081d-1688-4eda-a2f9-bb27e4f819ba" providerId="ADAL" clId="{ACC21BB1-644A-4677-9BB1-9BA981B64D62}" dt="2025-09-30T07:25:47.228" v="4580" actId="20577"/>
          <ac:spMkLst>
            <pc:docMk/>
            <pc:sldMk cId="3678104305" sldId="260"/>
            <ac:spMk id="37" creationId="{40B3FD00-D126-2CF2-D7F4-4C10FE445DE8}"/>
          </ac:spMkLst>
        </pc:spChg>
        <pc:grpChg chg="mod">
          <ac:chgData name="Vinayak Sharma (Student)" userId="5017081d-1688-4eda-a2f9-bb27e4f819ba" providerId="ADAL" clId="{ACC21BB1-644A-4677-9BB1-9BA981B64D62}" dt="2025-09-30T07:51:46.633" v="5751" actId="1076"/>
          <ac:grpSpMkLst>
            <pc:docMk/>
            <pc:sldMk cId="3678104305" sldId="260"/>
            <ac:grpSpMk id="7" creationId="{9151FE82-9706-0C26-C8C1-883C9AB4A04F}"/>
          </ac:grpSpMkLst>
        </pc:grpChg>
        <pc:grpChg chg="mod">
          <ac:chgData name="Vinayak Sharma (Student)" userId="5017081d-1688-4eda-a2f9-bb27e4f819ba" providerId="ADAL" clId="{ACC21BB1-644A-4677-9BB1-9BA981B64D62}" dt="2025-09-30T07:52:00.769" v="5761" actId="1076"/>
          <ac:grpSpMkLst>
            <pc:docMk/>
            <pc:sldMk cId="3678104305" sldId="260"/>
            <ac:grpSpMk id="12" creationId="{9F9A9F37-6065-B2C2-1FFB-B74BF4B122E6}"/>
          </ac:grpSpMkLst>
        </pc:grpChg>
        <pc:grpChg chg="mod">
          <ac:chgData name="Vinayak Sharma (Student)" userId="5017081d-1688-4eda-a2f9-bb27e4f819ba" providerId="ADAL" clId="{ACC21BB1-644A-4677-9BB1-9BA981B64D62}" dt="2025-09-30T07:52:31.861" v="5775" actId="1076"/>
          <ac:grpSpMkLst>
            <pc:docMk/>
            <pc:sldMk cId="3678104305" sldId="260"/>
            <ac:grpSpMk id="16" creationId="{7ACE3F22-8A8E-EF44-2685-850FACEEE792}"/>
          </ac:grpSpMkLst>
        </pc:grpChg>
        <pc:grpChg chg="mod">
          <ac:chgData name="Vinayak Sharma (Student)" userId="5017081d-1688-4eda-a2f9-bb27e4f819ba" providerId="ADAL" clId="{ACC21BB1-644A-4677-9BB1-9BA981B64D62}" dt="2025-09-30T07:52:00.769" v="5761" actId="1076"/>
          <ac:grpSpMkLst>
            <pc:docMk/>
            <pc:sldMk cId="3678104305" sldId="260"/>
            <ac:grpSpMk id="18" creationId="{C4D8D584-5DC0-AFA7-1BEA-C2EFF0C0678E}"/>
          </ac:grpSpMkLst>
        </pc:grpChg>
        <pc:grpChg chg="mod">
          <ac:chgData name="Vinayak Sharma (Student)" userId="5017081d-1688-4eda-a2f9-bb27e4f819ba" providerId="ADAL" clId="{ACC21BB1-644A-4677-9BB1-9BA981B64D62}" dt="2025-09-30T07:52:00.769" v="5761" actId="1076"/>
          <ac:grpSpMkLst>
            <pc:docMk/>
            <pc:sldMk cId="3678104305" sldId="260"/>
            <ac:grpSpMk id="21" creationId="{C85C7B88-F192-D4F9-DD86-54CF64EF45C9}"/>
          </ac:grpSpMkLst>
        </pc:grpChg>
        <pc:grpChg chg="mod">
          <ac:chgData name="Vinayak Sharma (Student)" userId="5017081d-1688-4eda-a2f9-bb27e4f819ba" providerId="ADAL" clId="{ACC21BB1-644A-4677-9BB1-9BA981B64D62}" dt="2025-09-30T07:52:00.769" v="5761" actId="1076"/>
          <ac:grpSpMkLst>
            <pc:docMk/>
            <pc:sldMk cId="3678104305" sldId="260"/>
            <ac:grpSpMk id="24" creationId="{79868A79-4A74-219C-5292-41F3D168EFE5}"/>
          </ac:grpSpMkLst>
        </pc:grpChg>
        <pc:grpChg chg="mod">
          <ac:chgData name="Vinayak Sharma (Student)" userId="5017081d-1688-4eda-a2f9-bb27e4f819ba" providerId="ADAL" clId="{ACC21BB1-644A-4677-9BB1-9BA981B64D62}" dt="2025-09-30T07:52:31.861" v="5775" actId="1076"/>
          <ac:grpSpMkLst>
            <pc:docMk/>
            <pc:sldMk cId="3678104305" sldId="260"/>
            <ac:grpSpMk id="31" creationId="{50B19CE6-BB8D-FF6C-AE29-4932048A4AD2}"/>
          </ac:grpSpMkLst>
        </pc:grpChg>
        <pc:picChg chg="add mod">
          <ac:chgData name="Vinayak Sharma (Student)" userId="5017081d-1688-4eda-a2f9-bb27e4f819ba" providerId="ADAL" clId="{ACC21BB1-644A-4677-9BB1-9BA981B64D62}" dt="2025-09-30T07:52:39.773" v="5777" actId="208"/>
          <ac:picMkLst>
            <pc:docMk/>
            <pc:sldMk cId="3678104305" sldId="260"/>
            <ac:picMk id="2050" creationId="{8574CFAD-9862-7781-B7AA-B56F78478249}"/>
          </ac:picMkLst>
        </pc:picChg>
        <pc:cxnChg chg="add mod">
          <ac:chgData name="Vinayak Sharma (Student)" userId="5017081d-1688-4eda-a2f9-bb27e4f819ba" providerId="ADAL" clId="{ACC21BB1-644A-4677-9BB1-9BA981B64D62}" dt="2025-09-30T07:49:51.907" v="5708" actId="1076"/>
          <ac:cxnSpMkLst>
            <pc:docMk/>
            <pc:sldMk cId="3678104305" sldId="260"/>
            <ac:cxnSpMk id="38" creationId="{8A4F7220-249A-C52C-819C-23CFB3C1D20A}"/>
          </ac:cxnSpMkLst>
        </pc:cxnChg>
      </pc:sldChg>
      <pc:sldChg chg="addSp delSp modSp mod">
        <pc:chgData name="Vinayak Sharma (Student)" userId="5017081d-1688-4eda-a2f9-bb27e4f819ba" providerId="ADAL" clId="{ACC21BB1-644A-4677-9BB1-9BA981B64D62}" dt="2025-09-30T07:40:52.476" v="5209" actId="1076"/>
        <pc:sldMkLst>
          <pc:docMk/>
          <pc:sldMk cId="2030070889" sldId="262"/>
        </pc:sldMkLst>
        <pc:spChg chg="add mod">
          <ac:chgData name="Vinayak Sharma (Student)" userId="5017081d-1688-4eda-a2f9-bb27e4f819ba" providerId="ADAL" clId="{ACC21BB1-644A-4677-9BB1-9BA981B64D62}" dt="2025-09-30T07:40:15.433" v="5187" actId="20577"/>
          <ac:spMkLst>
            <pc:docMk/>
            <pc:sldMk cId="2030070889" sldId="262"/>
            <ac:spMk id="10" creationId="{58A07F84-72A5-F741-2F01-5FC5433E72BF}"/>
          </ac:spMkLst>
        </pc:spChg>
        <pc:spChg chg="mod">
          <ac:chgData name="Vinayak Sharma (Student)" userId="5017081d-1688-4eda-a2f9-bb27e4f819ba" providerId="ADAL" clId="{ACC21BB1-644A-4677-9BB1-9BA981B64D62}" dt="2025-09-30T07:40:23.770" v="5190" actId="1076"/>
          <ac:spMkLst>
            <pc:docMk/>
            <pc:sldMk cId="2030070889" sldId="262"/>
            <ac:spMk id="17" creationId="{0D3D2015-1263-C347-FD78-ACE6429781AE}"/>
          </ac:spMkLst>
        </pc:spChg>
        <pc:spChg chg="mod">
          <ac:chgData name="Vinayak Sharma (Student)" userId="5017081d-1688-4eda-a2f9-bb27e4f819ba" providerId="ADAL" clId="{ACC21BB1-644A-4677-9BB1-9BA981B64D62}" dt="2025-09-30T07:40:23.770" v="5190" actId="1076"/>
          <ac:spMkLst>
            <pc:docMk/>
            <pc:sldMk cId="2030070889" sldId="262"/>
            <ac:spMk id="18" creationId="{0DCCDA2A-6A6E-A575-5222-86A9535C668D}"/>
          </ac:spMkLst>
        </pc:spChg>
        <pc:spChg chg="mod">
          <ac:chgData name="Vinayak Sharma (Student)" userId="5017081d-1688-4eda-a2f9-bb27e4f819ba" providerId="ADAL" clId="{ACC21BB1-644A-4677-9BB1-9BA981B64D62}" dt="2025-09-30T07:40:23.770" v="5190" actId="1076"/>
          <ac:spMkLst>
            <pc:docMk/>
            <pc:sldMk cId="2030070889" sldId="262"/>
            <ac:spMk id="21" creationId="{C50C7278-1FF0-3B37-C36A-C012CBB1A006}"/>
          </ac:spMkLst>
        </pc:spChg>
        <pc:spChg chg="mod">
          <ac:chgData name="Vinayak Sharma (Student)" userId="5017081d-1688-4eda-a2f9-bb27e4f819ba" providerId="ADAL" clId="{ACC21BB1-644A-4677-9BB1-9BA981B64D62}" dt="2025-09-30T07:40:47.322" v="5207" actId="404"/>
          <ac:spMkLst>
            <pc:docMk/>
            <pc:sldMk cId="2030070889" sldId="262"/>
            <ac:spMk id="26" creationId="{F60E980A-EC48-A635-14BE-6823187583CC}"/>
          </ac:spMkLst>
        </pc:spChg>
        <pc:spChg chg="mod">
          <ac:chgData name="Vinayak Sharma (Student)" userId="5017081d-1688-4eda-a2f9-bb27e4f819ba" providerId="ADAL" clId="{ACC21BB1-644A-4677-9BB1-9BA981B64D62}" dt="2025-09-30T07:40:47.322" v="5207" actId="404"/>
          <ac:spMkLst>
            <pc:docMk/>
            <pc:sldMk cId="2030070889" sldId="262"/>
            <ac:spMk id="27" creationId="{C948C29F-0B09-91ED-65AF-EAC3DDB055E4}"/>
          </ac:spMkLst>
        </pc:spChg>
        <pc:spChg chg="mod">
          <ac:chgData name="Vinayak Sharma (Student)" userId="5017081d-1688-4eda-a2f9-bb27e4f819ba" providerId="ADAL" clId="{ACC21BB1-644A-4677-9BB1-9BA981B64D62}" dt="2025-09-30T07:40:47.322" v="5207" actId="404"/>
          <ac:spMkLst>
            <pc:docMk/>
            <pc:sldMk cId="2030070889" sldId="262"/>
            <ac:spMk id="29" creationId="{99BEEACD-0FFD-C730-23F9-164DDCC19FE6}"/>
          </ac:spMkLst>
        </pc:spChg>
        <pc:spChg chg="mod">
          <ac:chgData name="Vinayak Sharma (Student)" userId="5017081d-1688-4eda-a2f9-bb27e4f819ba" providerId="ADAL" clId="{ACC21BB1-644A-4677-9BB1-9BA981B64D62}" dt="2025-09-30T07:40:50.013" v="5208" actId="1076"/>
          <ac:spMkLst>
            <pc:docMk/>
            <pc:sldMk cId="2030070889" sldId="262"/>
            <ac:spMk id="30" creationId="{AA0D717D-361D-4FC9-4D0D-9DB77F47060B}"/>
          </ac:spMkLst>
        </pc:spChg>
        <pc:spChg chg="mod">
          <ac:chgData name="Vinayak Sharma (Student)" userId="5017081d-1688-4eda-a2f9-bb27e4f819ba" providerId="ADAL" clId="{ACC21BB1-644A-4677-9BB1-9BA981B64D62}" dt="2025-09-30T07:40:52.476" v="5209" actId="1076"/>
          <ac:spMkLst>
            <pc:docMk/>
            <pc:sldMk cId="2030070889" sldId="262"/>
            <ac:spMk id="32" creationId="{AE3EF37E-8EAD-76CC-4DC3-580ECA63D48B}"/>
          </ac:spMkLst>
        </pc:spChg>
        <pc:grpChg chg="mod">
          <ac:chgData name="Vinayak Sharma (Student)" userId="5017081d-1688-4eda-a2f9-bb27e4f819ba" providerId="ADAL" clId="{ACC21BB1-644A-4677-9BB1-9BA981B64D62}" dt="2025-09-30T07:40:47.322" v="5207" actId="404"/>
          <ac:grpSpMkLst>
            <pc:docMk/>
            <pc:sldMk cId="2030070889" sldId="262"/>
            <ac:grpSpMk id="25" creationId="{F1C3AEF0-3362-0020-77E0-036E651BC5FD}"/>
          </ac:grpSpMkLst>
        </pc:grpChg>
        <pc:grpChg chg="mod">
          <ac:chgData name="Vinayak Sharma (Student)" userId="5017081d-1688-4eda-a2f9-bb27e4f819ba" providerId="ADAL" clId="{ACC21BB1-644A-4677-9BB1-9BA981B64D62}" dt="2025-09-30T07:40:47.322" v="5207" actId="404"/>
          <ac:grpSpMkLst>
            <pc:docMk/>
            <pc:sldMk cId="2030070889" sldId="262"/>
            <ac:grpSpMk id="28" creationId="{30AA28E1-B201-E53C-B0B8-0C03384C4813}"/>
          </ac:grpSpMkLst>
        </pc:grpChg>
        <pc:grpChg chg="mod">
          <ac:chgData name="Vinayak Sharma (Student)" userId="5017081d-1688-4eda-a2f9-bb27e4f819ba" providerId="ADAL" clId="{ACC21BB1-644A-4677-9BB1-9BA981B64D62}" dt="2025-09-30T07:40:47.322" v="5207" actId="404"/>
          <ac:grpSpMkLst>
            <pc:docMk/>
            <pc:sldMk cId="2030070889" sldId="262"/>
            <ac:grpSpMk id="31" creationId="{835EEB9F-179E-0B95-9325-8BB937B884FF}"/>
          </ac:grpSpMkLst>
        </pc:grpChg>
        <pc:cxnChg chg="add mod">
          <ac:chgData name="Vinayak Sharma (Student)" userId="5017081d-1688-4eda-a2f9-bb27e4f819ba" providerId="ADAL" clId="{ACC21BB1-644A-4677-9BB1-9BA981B64D62}" dt="2025-09-30T07:40:07.997" v="5167"/>
          <ac:cxnSpMkLst>
            <pc:docMk/>
            <pc:sldMk cId="2030070889" sldId="262"/>
            <ac:cxnSpMk id="11" creationId="{4CEF1511-3028-9612-95BC-5509ADD50114}"/>
          </ac:cxnSpMkLst>
        </pc:cxnChg>
      </pc:sldChg>
      <pc:sldChg chg="addSp delSp modSp mod ord">
        <pc:chgData name="Vinayak Sharma (Student)" userId="5017081d-1688-4eda-a2f9-bb27e4f819ba" providerId="ADAL" clId="{ACC21BB1-644A-4677-9BB1-9BA981B64D62}" dt="2025-09-30T07:12:28.414" v="4174" actId="20577"/>
        <pc:sldMkLst>
          <pc:docMk/>
          <pc:sldMk cId="1728835245" sldId="264"/>
        </pc:sldMkLst>
        <pc:spChg chg="add mod">
          <ac:chgData name="Vinayak Sharma (Student)" userId="5017081d-1688-4eda-a2f9-bb27e4f819ba" providerId="ADAL" clId="{ACC21BB1-644A-4677-9BB1-9BA981B64D62}" dt="2025-09-30T07:12:28.414" v="4174" actId="20577"/>
          <ac:spMkLst>
            <pc:docMk/>
            <pc:sldMk cId="1728835245" sldId="264"/>
            <ac:spMk id="20" creationId="{E21D04FB-E90E-1C15-34DB-865639CE4A1A}"/>
          </ac:spMkLst>
        </pc:spChg>
        <pc:cxnChg chg="add mod">
          <ac:chgData name="Vinayak Sharma (Student)" userId="5017081d-1688-4eda-a2f9-bb27e4f819ba" providerId="ADAL" clId="{ACC21BB1-644A-4677-9BB1-9BA981B64D62}" dt="2025-09-30T07:12:19.118" v="4158"/>
          <ac:cxnSpMkLst>
            <pc:docMk/>
            <pc:sldMk cId="1728835245" sldId="264"/>
            <ac:cxnSpMk id="25" creationId="{E49842D5-6352-1A1A-283A-8A7DD315B6D4}"/>
          </ac:cxnSpMkLst>
        </pc:cxnChg>
      </pc:sldChg>
      <pc:sldChg chg="addSp delSp modSp mod ord">
        <pc:chgData name="Vinayak Sharma (Student)" userId="5017081d-1688-4eda-a2f9-bb27e4f819ba" providerId="ADAL" clId="{ACC21BB1-644A-4677-9BB1-9BA981B64D62}" dt="2025-09-30T07:42:10.902" v="5295" actId="22"/>
        <pc:sldMkLst>
          <pc:docMk/>
          <pc:sldMk cId="1016712345" sldId="265"/>
        </pc:sldMkLst>
        <pc:spChg chg="mod">
          <ac:chgData name="Vinayak Sharma (Student)" userId="5017081d-1688-4eda-a2f9-bb27e4f819ba" providerId="ADAL" clId="{ACC21BB1-644A-4677-9BB1-9BA981B64D62}" dt="2025-09-30T07:41:01.420" v="5212" actId="1076"/>
          <ac:spMkLst>
            <pc:docMk/>
            <pc:sldMk cId="1016712345" sldId="265"/>
            <ac:spMk id="15" creationId="{4D7DDB8A-DCA3-8356-2C39-AF3C1BE034EC}"/>
          </ac:spMkLst>
        </pc:spChg>
        <pc:spChg chg="add mod">
          <ac:chgData name="Vinayak Sharma (Student)" userId="5017081d-1688-4eda-a2f9-bb27e4f819ba" providerId="ADAL" clId="{ACC21BB1-644A-4677-9BB1-9BA981B64D62}" dt="2025-09-30T07:41:15.208" v="5233" actId="20577"/>
          <ac:spMkLst>
            <pc:docMk/>
            <pc:sldMk cId="1016712345" sldId="265"/>
            <ac:spMk id="16" creationId="{2D637D07-F521-B925-15CB-DD294C37B8D3}"/>
          </ac:spMkLst>
        </pc:spChg>
        <pc:cxnChg chg="add mod">
          <ac:chgData name="Vinayak Sharma (Student)" userId="5017081d-1688-4eda-a2f9-bb27e4f819ba" providerId="ADAL" clId="{ACC21BB1-644A-4677-9BB1-9BA981B64D62}" dt="2025-09-30T07:41:10.117" v="5217"/>
          <ac:cxnSpMkLst>
            <pc:docMk/>
            <pc:sldMk cId="1016712345" sldId="265"/>
            <ac:cxnSpMk id="17" creationId="{53742B15-F04E-A2A4-6E5C-CEDAFDBD9740}"/>
          </ac:cxnSpMkLst>
        </pc:cxnChg>
      </pc:sldChg>
      <pc:sldChg chg="addSp delSp modSp add del mod modShow">
        <pc:chgData name="Vinayak Sharma (Student)" userId="5017081d-1688-4eda-a2f9-bb27e4f819ba" providerId="ADAL" clId="{ACC21BB1-644A-4677-9BB1-9BA981B64D62}" dt="2025-09-30T07:48:50.756" v="5698" actId="1076"/>
        <pc:sldMkLst>
          <pc:docMk/>
          <pc:sldMk cId="3747954914" sldId="308"/>
        </pc:sldMkLst>
        <pc:spChg chg="add mod">
          <ac:chgData name="Vinayak Sharma (Student)" userId="5017081d-1688-4eda-a2f9-bb27e4f819ba" providerId="ADAL" clId="{ACC21BB1-644A-4677-9BB1-9BA981B64D62}" dt="2025-09-30T07:44:08.471" v="5451" actId="20577"/>
          <ac:spMkLst>
            <pc:docMk/>
            <pc:sldMk cId="3747954914" sldId="308"/>
            <ac:spMk id="13" creationId="{2944A427-5942-ACE0-AEBC-D6A0DB79ED6A}"/>
          </ac:spMkLst>
        </pc:spChg>
        <pc:spChg chg="add mod">
          <ac:chgData name="Vinayak Sharma (Student)" userId="5017081d-1688-4eda-a2f9-bb27e4f819ba" providerId="ADAL" clId="{ACC21BB1-644A-4677-9BB1-9BA981B64D62}" dt="2025-09-30T07:48:50.756" v="5698" actId="1076"/>
          <ac:spMkLst>
            <pc:docMk/>
            <pc:sldMk cId="3747954914" sldId="308"/>
            <ac:spMk id="16" creationId="{28E28D9D-E837-FB30-E780-D3937F5C3D3D}"/>
          </ac:spMkLst>
        </pc:spChg>
        <pc:grpChg chg="add del">
          <ac:chgData name="Vinayak Sharma (Student)" userId="5017081d-1688-4eda-a2f9-bb27e4f819ba" providerId="ADAL" clId="{ACC21BB1-644A-4677-9BB1-9BA981B64D62}" dt="2025-09-30T07:44:15.053" v="5455" actId="478"/>
          <ac:grpSpMkLst>
            <pc:docMk/>
            <pc:sldMk cId="3747954914" sldId="308"/>
            <ac:grpSpMk id="8" creationId="{4E0007FC-6B23-D691-3261-3EA2F6833574}"/>
          </ac:grpSpMkLst>
        </pc:grpChg>
        <pc:picChg chg="mod">
          <ac:chgData name="Vinayak Sharma (Student)" userId="5017081d-1688-4eda-a2f9-bb27e4f819ba" providerId="ADAL" clId="{ACC21BB1-644A-4677-9BB1-9BA981B64D62}" dt="2025-09-30T07:44:14.768" v="5454" actId="1076"/>
          <ac:picMkLst>
            <pc:docMk/>
            <pc:sldMk cId="3747954914" sldId="308"/>
            <ac:picMk id="11" creationId="{12FCCE3E-59F5-71A9-0153-1F495567EB4C}"/>
          </ac:picMkLst>
        </pc:picChg>
        <pc:cxnChg chg="add mod">
          <ac:chgData name="Vinayak Sharma (Student)" userId="5017081d-1688-4eda-a2f9-bb27e4f819ba" providerId="ADAL" clId="{ACC21BB1-644A-4677-9BB1-9BA981B64D62}" dt="2025-09-30T07:44:03.485" v="5423"/>
          <ac:cxnSpMkLst>
            <pc:docMk/>
            <pc:sldMk cId="3747954914" sldId="308"/>
            <ac:cxnSpMk id="14" creationId="{81658EA1-C2AE-8906-3252-4E6A88FA5A21}"/>
          </ac:cxnSpMkLst>
        </pc:cxnChg>
      </pc:sldChg>
      <pc:sldChg chg="addSp delSp modSp add mod ord">
        <pc:chgData name="Vinayak Sharma (Student)" userId="5017081d-1688-4eda-a2f9-bb27e4f819ba" providerId="ADAL" clId="{ACC21BB1-644A-4677-9BB1-9BA981B64D62}" dt="2025-09-30T05:34:16.456" v="49" actId="1076"/>
        <pc:sldMkLst>
          <pc:docMk/>
          <pc:sldMk cId="4098458984" sldId="310"/>
        </pc:sldMkLst>
        <pc:spChg chg="mod">
          <ac:chgData name="Vinayak Sharma (Student)" userId="5017081d-1688-4eda-a2f9-bb27e4f819ba" providerId="ADAL" clId="{ACC21BB1-644A-4677-9BB1-9BA981B64D62}" dt="2025-09-30T05:31:42.745" v="6" actId="20577"/>
          <ac:spMkLst>
            <pc:docMk/>
            <pc:sldMk cId="4098458984" sldId="310"/>
            <ac:spMk id="3" creationId="{57075B28-7760-1C3A-BFEF-56121FAE8F45}"/>
          </ac:spMkLst>
        </pc:spChg>
        <pc:spChg chg="mod">
          <ac:chgData name="Vinayak Sharma (Student)" userId="5017081d-1688-4eda-a2f9-bb27e4f819ba" providerId="ADAL" clId="{ACC21BB1-644A-4677-9BB1-9BA981B64D62}" dt="2025-09-30T05:34:16.456" v="49" actId="1076"/>
          <ac:spMkLst>
            <pc:docMk/>
            <pc:sldMk cId="4098458984" sldId="310"/>
            <ac:spMk id="17" creationId="{56A4D9D1-4B14-77FB-8DBE-F61D58D608F9}"/>
          </ac:spMkLst>
        </pc:spChg>
        <pc:picChg chg="add mod">
          <ac:chgData name="Vinayak Sharma (Student)" userId="5017081d-1688-4eda-a2f9-bb27e4f819ba" providerId="ADAL" clId="{ACC21BB1-644A-4677-9BB1-9BA981B64D62}" dt="2025-09-30T05:33:07.392" v="26" actId="1035"/>
          <ac:picMkLst>
            <pc:docMk/>
            <pc:sldMk cId="4098458984" sldId="310"/>
            <ac:picMk id="2" creationId="{26C339A0-BEB5-E97D-B4DB-F0D8A6405D92}"/>
          </ac:picMkLst>
        </pc:picChg>
      </pc:sldChg>
      <pc:sldChg chg="addSp delSp modSp new mod">
        <pc:chgData name="Vinayak Sharma (Student)" userId="5017081d-1688-4eda-a2f9-bb27e4f819ba" providerId="ADAL" clId="{ACC21BB1-644A-4677-9BB1-9BA981B64D62}" dt="2025-09-30T06:52:40.029" v="3501" actId="20577"/>
        <pc:sldMkLst>
          <pc:docMk/>
          <pc:sldMk cId="808316423" sldId="311"/>
        </pc:sldMkLst>
        <pc:spChg chg="mod">
          <ac:chgData name="Vinayak Sharma (Student)" userId="5017081d-1688-4eda-a2f9-bb27e4f819ba" providerId="ADAL" clId="{ACC21BB1-644A-4677-9BB1-9BA981B64D62}" dt="2025-09-30T05:48:43.984" v="538" actId="1035"/>
          <ac:spMkLst>
            <pc:docMk/>
            <pc:sldMk cId="808316423" sldId="311"/>
            <ac:spMk id="2" creationId="{F737F429-82D2-A344-E70E-2928A0F08DD8}"/>
          </ac:spMkLst>
        </pc:spChg>
        <pc:spChg chg="add mod">
          <ac:chgData name="Vinayak Sharma (Student)" userId="5017081d-1688-4eda-a2f9-bb27e4f819ba" providerId="ADAL" clId="{ACC21BB1-644A-4677-9BB1-9BA981B64D62}" dt="2025-09-30T06:25:28.387" v="1208" actId="1076"/>
          <ac:spMkLst>
            <pc:docMk/>
            <pc:sldMk cId="808316423" sldId="311"/>
            <ac:spMk id="5" creationId="{809E1B64-212B-A7D9-0A38-B1A3E21004A0}"/>
          </ac:spMkLst>
        </pc:spChg>
        <pc:spChg chg="add mod">
          <ac:chgData name="Vinayak Sharma (Student)" userId="5017081d-1688-4eda-a2f9-bb27e4f819ba" providerId="ADAL" clId="{ACC21BB1-644A-4677-9BB1-9BA981B64D62}" dt="2025-09-30T06:52:39.316" v="3500" actId="20577"/>
          <ac:spMkLst>
            <pc:docMk/>
            <pc:sldMk cId="808316423" sldId="311"/>
            <ac:spMk id="6" creationId="{46C9BDB3-49E0-C68A-A9ED-F59FA4389255}"/>
          </ac:spMkLst>
        </pc:spChg>
        <pc:spChg chg="add mod ord">
          <ac:chgData name="Vinayak Sharma (Student)" userId="5017081d-1688-4eda-a2f9-bb27e4f819ba" providerId="ADAL" clId="{ACC21BB1-644A-4677-9BB1-9BA981B64D62}" dt="2025-09-30T06:52:39.316" v="3500" actId="20577"/>
          <ac:spMkLst>
            <pc:docMk/>
            <pc:sldMk cId="808316423" sldId="311"/>
            <ac:spMk id="8" creationId="{F8321022-E696-C75F-A64A-122B33C886EF}"/>
          </ac:spMkLst>
        </pc:spChg>
        <pc:spChg chg="add mod">
          <ac:chgData name="Vinayak Sharma (Student)" userId="5017081d-1688-4eda-a2f9-bb27e4f819ba" providerId="ADAL" clId="{ACC21BB1-644A-4677-9BB1-9BA981B64D62}" dt="2025-09-30T06:52:39.316" v="3500" actId="20577"/>
          <ac:spMkLst>
            <pc:docMk/>
            <pc:sldMk cId="808316423" sldId="311"/>
            <ac:spMk id="9" creationId="{FA6B458C-AB5C-B3DF-F5EA-521E7B5F71E4}"/>
          </ac:spMkLst>
        </pc:spChg>
        <pc:spChg chg="mod topLvl">
          <ac:chgData name="Vinayak Sharma (Student)" userId="5017081d-1688-4eda-a2f9-bb27e4f819ba" providerId="ADAL" clId="{ACC21BB1-644A-4677-9BB1-9BA981B64D62}" dt="2025-09-30T06:52:39.316" v="3500" actId="20577"/>
          <ac:spMkLst>
            <pc:docMk/>
            <pc:sldMk cId="808316423" sldId="311"/>
            <ac:spMk id="12" creationId="{C5551D16-01A4-C53A-1775-5950234A7032}"/>
          </ac:spMkLst>
        </pc:spChg>
        <pc:spChg chg="mod topLvl">
          <ac:chgData name="Vinayak Sharma (Student)" userId="5017081d-1688-4eda-a2f9-bb27e4f819ba" providerId="ADAL" clId="{ACC21BB1-644A-4677-9BB1-9BA981B64D62}" dt="2025-09-30T06:52:39.316" v="3500" actId="20577"/>
          <ac:spMkLst>
            <pc:docMk/>
            <pc:sldMk cId="808316423" sldId="311"/>
            <ac:spMk id="14" creationId="{AB51A171-FCE8-D7A3-86C2-A4F8CAD5D644}"/>
          </ac:spMkLst>
        </pc:spChg>
        <pc:spChg chg="add mod">
          <ac:chgData name="Vinayak Sharma (Student)" userId="5017081d-1688-4eda-a2f9-bb27e4f819ba" providerId="ADAL" clId="{ACC21BB1-644A-4677-9BB1-9BA981B64D62}" dt="2025-09-30T06:52:40.029" v="3501" actId="20577"/>
          <ac:spMkLst>
            <pc:docMk/>
            <pc:sldMk cId="808316423" sldId="311"/>
            <ac:spMk id="16" creationId="{A189AE51-9C93-56BA-52FF-531EA7E8E25F}"/>
          </ac:spMkLst>
        </pc:spChg>
        <pc:spChg chg="add mod">
          <ac:chgData name="Vinayak Sharma (Student)" userId="5017081d-1688-4eda-a2f9-bb27e4f819ba" providerId="ADAL" clId="{ACC21BB1-644A-4677-9BB1-9BA981B64D62}" dt="2025-09-30T06:40:41.869" v="2271" actId="1076"/>
          <ac:spMkLst>
            <pc:docMk/>
            <pc:sldMk cId="808316423" sldId="311"/>
            <ac:spMk id="19" creationId="{CB579A69-67AC-019C-9EDA-7F9AAB172579}"/>
          </ac:spMkLst>
        </pc:spChg>
        <pc:spChg chg="add mod">
          <ac:chgData name="Vinayak Sharma (Student)" userId="5017081d-1688-4eda-a2f9-bb27e4f819ba" providerId="ADAL" clId="{ACC21BB1-644A-4677-9BB1-9BA981B64D62}" dt="2025-09-30T06:40:10.963" v="2265" actId="1076"/>
          <ac:spMkLst>
            <pc:docMk/>
            <pc:sldMk cId="808316423" sldId="311"/>
            <ac:spMk id="25" creationId="{0310CF07-5EB5-8814-0A4F-C57ECC2A378B}"/>
          </ac:spMkLst>
        </pc:spChg>
        <pc:spChg chg="add mod">
          <ac:chgData name="Vinayak Sharma (Student)" userId="5017081d-1688-4eda-a2f9-bb27e4f819ba" providerId="ADAL" clId="{ACC21BB1-644A-4677-9BB1-9BA981B64D62}" dt="2025-09-30T06:40:12.853" v="2266" actId="1076"/>
          <ac:spMkLst>
            <pc:docMk/>
            <pc:sldMk cId="808316423" sldId="311"/>
            <ac:spMk id="27" creationId="{74B079B1-381C-444E-EDC1-11673615C67D}"/>
          </ac:spMkLst>
        </pc:spChg>
        <pc:spChg chg="add mod">
          <ac:chgData name="Vinayak Sharma (Student)" userId="5017081d-1688-4eda-a2f9-bb27e4f819ba" providerId="ADAL" clId="{ACC21BB1-644A-4677-9BB1-9BA981B64D62}" dt="2025-09-30T06:40:15.592" v="2267" actId="1076"/>
          <ac:spMkLst>
            <pc:docMk/>
            <pc:sldMk cId="808316423" sldId="311"/>
            <ac:spMk id="29" creationId="{26990D52-5D14-B98D-7C4C-DFED534BF842}"/>
          </ac:spMkLst>
        </pc:spChg>
        <pc:grpChg chg="add mod">
          <ac:chgData name="Vinayak Sharma (Student)" userId="5017081d-1688-4eda-a2f9-bb27e4f819ba" providerId="ADAL" clId="{ACC21BB1-644A-4677-9BB1-9BA981B64D62}" dt="2025-09-30T06:52:39.316" v="3500" actId="20577"/>
          <ac:grpSpMkLst>
            <pc:docMk/>
            <pc:sldMk cId="808316423" sldId="311"/>
            <ac:grpSpMk id="10" creationId="{C782239B-B42A-4DD9-58C6-EC3AA1709089}"/>
          </ac:grpSpMkLst>
        </pc:grpChg>
        <pc:grpChg chg="add mod">
          <ac:chgData name="Vinayak Sharma (Student)" userId="5017081d-1688-4eda-a2f9-bb27e4f819ba" providerId="ADAL" clId="{ACC21BB1-644A-4677-9BB1-9BA981B64D62}" dt="2025-09-30T06:52:39.316" v="3500" actId="20577"/>
          <ac:grpSpMkLst>
            <pc:docMk/>
            <pc:sldMk cId="808316423" sldId="311"/>
            <ac:grpSpMk id="17" creationId="{75310B8D-E094-A073-2F53-527F91615DCF}"/>
          </ac:grpSpMkLst>
        </pc:grpChg>
        <pc:grpChg chg="add mod">
          <ac:chgData name="Vinayak Sharma (Student)" userId="5017081d-1688-4eda-a2f9-bb27e4f819ba" providerId="ADAL" clId="{ACC21BB1-644A-4677-9BB1-9BA981B64D62}" dt="2025-09-30T06:52:39.316" v="3500" actId="20577"/>
          <ac:grpSpMkLst>
            <pc:docMk/>
            <pc:sldMk cId="808316423" sldId="311"/>
            <ac:grpSpMk id="20" creationId="{972A872F-7DE4-D93E-488A-492D7B8B2ACA}"/>
          </ac:grpSpMkLst>
        </pc:grpChg>
        <pc:cxnChg chg="add mod">
          <ac:chgData name="Vinayak Sharma (Student)" userId="5017081d-1688-4eda-a2f9-bb27e4f819ba" providerId="ADAL" clId="{ACC21BB1-644A-4677-9BB1-9BA981B64D62}" dt="2025-09-30T05:48:48.657" v="548" actId="1036"/>
          <ac:cxnSpMkLst>
            <pc:docMk/>
            <pc:sldMk cId="808316423" sldId="311"/>
            <ac:cxnSpMk id="4" creationId="{F6F82B68-1BFD-14C3-2C11-E5433581F0AB}"/>
          </ac:cxnSpMkLst>
        </pc:cxnChg>
        <pc:cxnChg chg="add mod">
          <ac:chgData name="Vinayak Sharma (Student)" userId="5017081d-1688-4eda-a2f9-bb27e4f819ba" providerId="ADAL" clId="{ACC21BB1-644A-4677-9BB1-9BA981B64D62}" dt="2025-09-30T06:39:40.185" v="2172" actId="1076"/>
          <ac:cxnSpMkLst>
            <pc:docMk/>
            <pc:sldMk cId="808316423" sldId="311"/>
            <ac:cxnSpMk id="21" creationId="{D91BD2E8-50EC-679D-367E-90D9DF70458B}"/>
          </ac:cxnSpMkLst>
        </pc:cxnChg>
      </pc:sldChg>
      <pc:sldChg chg="addSp modSp add mod">
        <pc:chgData name="Vinayak Sharma (Student)" userId="5017081d-1688-4eda-a2f9-bb27e4f819ba" providerId="ADAL" clId="{ACC21BB1-644A-4677-9BB1-9BA981B64D62}" dt="2025-09-30T07:43:29.401" v="5416" actId="20577"/>
        <pc:sldMkLst>
          <pc:docMk/>
          <pc:sldMk cId="2380548319" sldId="312"/>
        </pc:sldMkLst>
        <pc:spChg chg="mod">
          <ac:chgData name="Vinayak Sharma (Student)" userId="5017081d-1688-4eda-a2f9-bb27e4f819ba" providerId="ADAL" clId="{ACC21BB1-644A-4677-9BB1-9BA981B64D62}" dt="2025-09-30T07:43:29.401" v="5416" actId="20577"/>
          <ac:spMkLst>
            <pc:docMk/>
            <pc:sldMk cId="2380548319" sldId="312"/>
            <ac:spMk id="7" creationId="{3A1D06E0-E491-C210-E56D-338B65D0B1E4}"/>
          </ac:spMkLst>
        </pc:spChg>
      </pc:sldChg>
      <pc:sldChg chg="add ord">
        <pc:chgData name="Vinayak Sharma (Student)" userId="5017081d-1688-4eda-a2f9-bb27e4f819ba" providerId="ADAL" clId="{ACC21BB1-644A-4677-9BB1-9BA981B64D62}" dt="2025-09-30T05:38:40.359" v="173"/>
        <pc:sldMkLst>
          <pc:docMk/>
          <pc:sldMk cId="1673577937" sldId="313"/>
        </pc:sldMkLst>
      </pc:sldChg>
      <pc:sldChg chg="addSp delSp modSp new mod ord modAnim">
        <pc:chgData name="Vinayak Sharma (Student)" userId="5017081d-1688-4eda-a2f9-bb27e4f819ba" providerId="ADAL" clId="{ACC21BB1-644A-4677-9BB1-9BA981B64D62}" dt="2025-09-30T07:35:39.343" v="5014" actId="1076"/>
        <pc:sldMkLst>
          <pc:docMk/>
          <pc:sldMk cId="3208241379" sldId="314"/>
        </pc:sldMkLst>
        <pc:spChg chg="add mod">
          <ac:chgData name="Vinayak Sharma (Student)" userId="5017081d-1688-4eda-a2f9-bb27e4f819ba" providerId="ADAL" clId="{ACC21BB1-644A-4677-9BB1-9BA981B64D62}" dt="2025-09-30T06:41:36.358" v="2338" actId="20577"/>
          <ac:spMkLst>
            <pc:docMk/>
            <pc:sldMk cId="3208241379" sldId="314"/>
            <ac:spMk id="5" creationId="{2BE142FA-092D-8F3A-12D3-9623AE2E9C3E}"/>
          </ac:spMkLst>
        </pc:spChg>
        <pc:spChg chg="add mod">
          <ac:chgData name="Vinayak Sharma (Student)" userId="5017081d-1688-4eda-a2f9-bb27e4f819ba" providerId="ADAL" clId="{ACC21BB1-644A-4677-9BB1-9BA981B64D62}" dt="2025-09-30T06:42:32.079" v="2508" actId="1076"/>
          <ac:spMkLst>
            <pc:docMk/>
            <pc:sldMk cId="3208241379" sldId="314"/>
            <ac:spMk id="7" creationId="{0C7BB7CC-07AF-C9FD-E3E3-53E98A7339FE}"/>
          </ac:spMkLst>
        </pc:spChg>
        <pc:spChg chg="add mod">
          <ac:chgData name="Vinayak Sharma (Student)" userId="5017081d-1688-4eda-a2f9-bb27e4f819ba" providerId="ADAL" clId="{ACC21BB1-644A-4677-9BB1-9BA981B64D62}" dt="2025-09-30T07:11:09.270" v="4142" actId="14100"/>
          <ac:spMkLst>
            <pc:docMk/>
            <pc:sldMk cId="3208241379" sldId="314"/>
            <ac:spMk id="16" creationId="{9A877F37-C517-C045-AA8E-585BB5C8ECEC}"/>
          </ac:spMkLst>
        </pc:spChg>
        <pc:spChg chg="mod topLvl">
          <ac:chgData name="Vinayak Sharma (Student)" userId="5017081d-1688-4eda-a2f9-bb27e4f819ba" providerId="ADAL" clId="{ACC21BB1-644A-4677-9BB1-9BA981B64D62}" dt="2025-09-30T06:47:19.269" v="2945" actId="164"/>
          <ac:spMkLst>
            <pc:docMk/>
            <pc:sldMk cId="3208241379" sldId="314"/>
            <ac:spMk id="18" creationId="{5BEEF81E-492B-34C1-6C91-2FE1ACC194E7}"/>
          </ac:spMkLst>
        </pc:spChg>
        <pc:spChg chg="add mod">
          <ac:chgData name="Vinayak Sharma (Student)" userId="5017081d-1688-4eda-a2f9-bb27e4f819ba" providerId="ADAL" clId="{ACC21BB1-644A-4677-9BB1-9BA981B64D62}" dt="2025-09-30T07:11:17.468" v="4143" actId="1076"/>
          <ac:spMkLst>
            <pc:docMk/>
            <pc:sldMk cId="3208241379" sldId="314"/>
            <ac:spMk id="28" creationId="{F63833F8-808A-814D-9191-40DD49D02D6C}"/>
          </ac:spMkLst>
        </pc:spChg>
        <pc:spChg chg="mod topLvl">
          <ac:chgData name="Vinayak Sharma (Student)" userId="5017081d-1688-4eda-a2f9-bb27e4f819ba" providerId="ADAL" clId="{ACC21BB1-644A-4677-9BB1-9BA981B64D62}" dt="2025-09-30T06:49:11.751" v="3070" actId="164"/>
          <ac:spMkLst>
            <pc:docMk/>
            <pc:sldMk cId="3208241379" sldId="314"/>
            <ac:spMk id="30" creationId="{7344C89F-04C9-6E83-75B0-7E3260CCA34D}"/>
          </ac:spMkLst>
        </pc:spChg>
        <pc:spChg chg="mod topLvl">
          <ac:chgData name="Vinayak Sharma (Student)" userId="5017081d-1688-4eda-a2f9-bb27e4f819ba" providerId="ADAL" clId="{ACC21BB1-644A-4677-9BB1-9BA981B64D62}" dt="2025-09-30T06:49:11.751" v="3070" actId="164"/>
          <ac:spMkLst>
            <pc:docMk/>
            <pc:sldMk cId="3208241379" sldId="314"/>
            <ac:spMk id="31" creationId="{6EE82514-89D6-56B2-2992-D0DB236C6957}"/>
          </ac:spMkLst>
        </pc:spChg>
        <pc:spChg chg="add mod topLvl">
          <ac:chgData name="Vinayak Sharma (Student)" userId="5017081d-1688-4eda-a2f9-bb27e4f819ba" providerId="ADAL" clId="{ACC21BB1-644A-4677-9BB1-9BA981B64D62}" dt="2025-09-30T06:58:24.284" v="3711" actId="164"/>
          <ac:spMkLst>
            <pc:docMk/>
            <pc:sldMk cId="3208241379" sldId="314"/>
            <ac:spMk id="45" creationId="{920FF25F-272A-C7F4-E811-CAD3B0DC288A}"/>
          </ac:spMkLst>
        </pc:spChg>
        <pc:spChg chg="add 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1" creationId="{593C3E53-9F43-807A-45A1-C21A3C7B2939}"/>
          </ac:spMkLst>
        </pc:spChg>
        <pc:spChg chg="add 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2" creationId="{1CCC40B3-60BF-85D2-AB8D-4E105EB119DE}"/>
          </ac:spMkLst>
        </pc:spChg>
        <pc:spChg chg="add 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3" creationId="{AB299688-391B-F8A6-3C47-466F27EB09CF}"/>
          </ac:spMkLst>
        </pc:spChg>
        <pc:spChg chg="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6" creationId="{FD858FF6-B1E4-AA88-88B0-9EC3F384713C}"/>
          </ac:spMkLst>
        </pc:spChg>
        <pc:spChg chg="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7" creationId="{6BB55C65-AE4F-1652-E6E7-F78DE403264A}"/>
          </ac:spMkLst>
        </pc:spChg>
        <pc:spChg chg="mod">
          <ac:chgData name="Vinayak Sharma (Student)" userId="5017081d-1688-4eda-a2f9-bb27e4f819ba" providerId="ADAL" clId="{ACC21BB1-644A-4677-9BB1-9BA981B64D62}" dt="2025-09-30T06:57:02.826" v="3676" actId="165"/>
          <ac:spMkLst>
            <pc:docMk/>
            <pc:sldMk cId="3208241379" sldId="314"/>
            <ac:spMk id="58" creationId="{21CCD710-E58E-63F6-A3BD-413A087ACCC3}"/>
          </ac:spMkLst>
        </pc:spChg>
        <pc:spChg chg="add mod">
          <ac:chgData name="Vinayak Sharma (Student)" userId="5017081d-1688-4eda-a2f9-bb27e4f819ba" providerId="ADAL" clId="{ACC21BB1-644A-4677-9BB1-9BA981B64D62}" dt="2025-09-30T07:10:45.460" v="4130" actId="1076"/>
          <ac:spMkLst>
            <pc:docMk/>
            <pc:sldMk cId="3208241379" sldId="314"/>
            <ac:spMk id="72" creationId="{D4631DA4-CA83-340C-C5EF-93389B366B26}"/>
          </ac:spMkLst>
        </pc:spChg>
        <pc:spChg chg="add mod">
          <ac:chgData name="Vinayak Sharma (Student)" userId="5017081d-1688-4eda-a2f9-bb27e4f819ba" providerId="ADAL" clId="{ACC21BB1-644A-4677-9BB1-9BA981B64D62}" dt="2025-09-30T07:11:17.468" v="4143" actId="1076"/>
          <ac:spMkLst>
            <pc:docMk/>
            <pc:sldMk cId="3208241379" sldId="314"/>
            <ac:spMk id="74" creationId="{05CF76B7-6E90-E8E7-1023-C541453021D4}"/>
          </ac:spMkLst>
        </pc:spChg>
        <pc:spChg chg="add mod">
          <ac:chgData name="Vinayak Sharma (Student)" userId="5017081d-1688-4eda-a2f9-bb27e4f819ba" providerId="ADAL" clId="{ACC21BB1-644A-4677-9BB1-9BA981B64D62}" dt="2025-09-30T07:07:17.301" v="3897" actId="164"/>
          <ac:spMkLst>
            <pc:docMk/>
            <pc:sldMk cId="3208241379" sldId="314"/>
            <ac:spMk id="80" creationId="{BBECE66F-1040-D980-AD19-6E72019145C1}"/>
          </ac:spMkLst>
        </pc:spChg>
        <pc:spChg chg="add mod">
          <ac:chgData name="Vinayak Sharma (Student)" userId="5017081d-1688-4eda-a2f9-bb27e4f819ba" providerId="ADAL" clId="{ACC21BB1-644A-4677-9BB1-9BA981B64D62}" dt="2025-09-30T07:35:39.343" v="5014" actId="1076"/>
          <ac:spMkLst>
            <pc:docMk/>
            <pc:sldMk cId="3208241379" sldId="314"/>
            <ac:spMk id="81" creationId="{7C254598-B610-F194-B17A-A8EAE8559023}"/>
          </ac:spMkLst>
        </pc:spChg>
        <pc:spChg chg="add mod">
          <ac:chgData name="Vinayak Sharma (Student)" userId="5017081d-1688-4eda-a2f9-bb27e4f819ba" providerId="ADAL" clId="{ACC21BB1-644A-4677-9BB1-9BA981B64D62}" dt="2025-09-30T07:07:17.301" v="3897" actId="164"/>
          <ac:spMkLst>
            <pc:docMk/>
            <pc:sldMk cId="3208241379" sldId="314"/>
            <ac:spMk id="83" creationId="{1558D712-EB3F-493E-E48A-A514F928EEC2}"/>
          </ac:spMkLst>
        </pc:spChg>
        <pc:spChg chg="add mod">
          <ac:chgData name="Vinayak Sharma (Student)" userId="5017081d-1688-4eda-a2f9-bb27e4f819ba" providerId="ADAL" clId="{ACC21BB1-644A-4677-9BB1-9BA981B64D62}" dt="2025-09-30T07:11:17.468" v="4143" actId="1076"/>
          <ac:spMkLst>
            <pc:docMk/>
            <pc:sldMk cId="3208241379" sldId="314"/>
            <ac:spMk id="84" creationId="{03E02507-ED97-D72B-B1D1-639F4EACB3F6}"/>
          </ac:spMkLst>
        </pc:spChg>
        <pc:spChg chg="add mod">
          <ac:chgData name="Vinayak Sharma (Student)" userId="5017081d-1688-4eda-a2f9-bb27e4f819ba" providerId="ADAL" clId="{ACC21BB1-644A-4677-9BB1-9BA981B64D62}" dt="2025-09-30T07:11:17.468" v="4143" actId="1076"/>
          <ac:spMkLst>
            <pc:docMk/>
            <pc:sldMk cId="3208241379" sldId="314"/>
            <ac:spMk id="86" creationId="{07C8F943-C93F-EAF9-F285-096CF25F42F5}"/>
          </ac:spMkLst>
        </pc:spChg>
        <pc:spChg chg="add mod">
          <ac:chgData name="Vinayak Sharma (Student)" userId="5017081d-1688-4eda-a2f9-bb27e4f819ba" providerId="ADAL" clId="{ACC21BB1-644A-4677-9BB1-9BA981B64D62}" dt="2025-09-30T07:10:12.188" v="4121" actId="1076"/>
          <ac:spMkLst>
            <pc:docMk/>
            <pc:sldMk cId="3208241379" sldId="314"/>
            <ac:spMk id="87" creationId="{60EC903F-7C70-F64F-184E-748A96E2BC86}"/>
          </ac:spMkLst>
        </pc:spChg>
        <pc:grpChg chg="add mod">
          <ac:chgData name="Vinayak Sharma (Student)" userId="5017081d-1688-4eda-a2f9-bb27e4f819ba" providerId="ADAL" clId="{ACC21BB1-644A-4677-9BB1-9BA981B64D62}" dt="2025-09-30T06:47:19.269" v="2945" actId="164"/>
          <ac:grpSpMkLst>
            <pc:docMk/>
            <pc:sldMk cId="3208241379" sldId="314"/>
            <ac:grpSpMk id="24" creationId="{A84988C2-B992-2587-3108-2A36C8362577}"/>
          </ac:grpSpMkLst>
        </pc:grpChg>
        <pc:grpChg chg="add mod">
          <ac:chgData name="Vinayak Sharma (Student)" userId="5017081d-1688-4eda-a2f9-bb27e4f819ba" providerId="ADAL" clId="{ACC21BB1-644A-4677-9BB1-9BA981B64D62}" dt="2025-09-30T06:49:11.751" v="3070" actId="164"/>
          <ac:grpSpMkLst>
            <pc:docMk/>
            <pc:sldMk cId="3208241379" sldId="314"/>
            <ac:grpSpMk id="43" creationId="{C55A80C4-FCC5-C994-D6F7-EC3BE6E24ED2}"/>
          </ac:grpSpMkLst>
        </pc:grpChg>
        <pc:grpChg chg="add mod topLvl">
          <ac:chgData name="Vinayak Sharma (Student)" userId="5017081d-1688-4eda-a2f9-bb27e4f819ba" providerId="ADAL" clId="{ACC21BB1-644A-4677-9BB1-9BA981B64D62}" dt="2025-09-30T06:57:02.826" v="3676" actId="165"/>
          <ac:grpSpMkLst>
            <pc:docMk/>
            <pc:sldMk cId="3208241379" sldId="314"/>
            <ac:grpSpMk id="54" creationId="{C6E0E2F7-DE39-3969-E7BB-0ED084E9501F}"/>
          </ac:grpSpMkLst>
        </pc:grpChg>
        <pc:grpChg chg="add mod topLvl">
          <ac:chgData name="Vinayak Sharma (Student)" userId="5017081d-1688-4eda-a2f9-bb27e4f819ba" providerId="ADAL" clId="{ACC21BB1-644A-4677-9BB1-9BA981B64D62}" dt="2025-09-30T06:57:02.826" v="3676" actId="165"/>
          <ac:grpSpMkLst>
            <pc:docMk/>
            <pc:sldMk cId="3208241379" sldId="314"/>
            <ac:grpSpMk id="55" creationId="{FEBB0DCD-E924-66F4-D4DB-9583A5753D8D}"/>
          </ac:grpSpMkLst>
        </pc:grpChg>
        <pc:grpChg chg="add mod">
          <ac:chgData name="Vinayak Sharma (Student)" userId="5017081d-1688-4eda-a2f9-bb27e4f819ba" providerId="ADAL" clId="{ACC21BB1-644A-4677-9BB1-9BA981B64D62}" dt="2025-09-30T06:58:24.284" v="3711" actId="164"/>
          <ac:grpSpMkLst>
            <pc:docMk/>
            <pc:sldMk cId="3208241379" sldId="314"/>
            <ac:grpSpMk id="60" creationId="{D4C657CB-7EB9-D441-EB16-69A129C1A3F7}"/>
          </ac:grpSpMkLst>
        </pc:grpChg>
        <pc:grpChg chg="add mod">
          <ac:chgData name="Vinayak Sharma (Student)" userId="5017081d-1688-4eda-a2f9-bb27e4f819ba" providerId="ADAL" clId="{ACC21BB1-644A-4677-9BB1-9BA981B64D62}" dt="2025-09-30T07:10:46.595" v="4132" actId="1076"/>
          <ac:grpSpMkLst>
            <pc:docMk/>
            <pc:sldMk cId="3208241379" sldId="314"/>
            <ac:grpSpMk id="75" creationId="{03862014-A519-8BD9-F2F1-2DB7D22FCAD9}"/>
          </ac:grpSpMkLst>
        </pc:grpChg>
        <pc:grpChg chg="add mod">
          <ac:chgData name="Vinayak Sharma (Student)" userId="5017081d-1688-4eda-a2f9-bb27e4f819ba" providerId="ADAL" clId="{ACC21BB1-644A-4677-9BB1-9BA981B64D62}" dt="2025-09-30T07:11:17.468" v="4143" actId="1076"/>
          <ac:grpSpMkLst>
            <pc:docMk/>
            <pc:sldMk cId="3208241379" sldId="314"/>
            <ac:grpSpMk id="85" creationId="{D48C9280-BD02-489E-23B7-3DC41D368475}"/>
          </ac:grpSpMkLst>
        </pc:grpChg>
        <pc:picChg chg="add mod">
          <ac:chgData name="Vinayak Sharma (Student)" userId="5017081d-1688-4eda-a2f9-bb27e4f819ba" providerId="ADAL" clId="{ACC21BB1-644A-4677-9BB1-9BA981B64D62}" dt="2025-09-30T07:11:21.429" v="4145" actId="1035"/>
          <ac:picMkLst>
            <pc:docMk/>
            <pc:sldMk cId="3208241379" sldId="314"/>
            <ac:picMk id="79" creationId="{1BD5D076-BE6C-AF7F-9DEA-7B35EDC99F89}"/>
          </ac:picMkLst>
        </pc:picChg>
        <pc:cxnChg chg="add mod">
          <ac:chgData name="Vinayak Sharma (Student)" userId="5017081d-1688-4eda-a2f9-bb27e4f819ba" providerId="ADAL" clId="{ACC21BB1-644A-4677-9BB1-9BA981B64D62}" dt="2025-09-30T07:12:14.513" v="4156" actId="1076"/>
          <ac:cxnSpMkLst>
            <pc:docMk/>
            <pc:sldMk cId="3208241379" sldId="314"/>
            <ac:cxnSpMk id="6" creationId="{F562B8D0-77CA-91CB-876B-00A0AE93058B}"/>
          </ac:cxnSpMkLst>
        </pc:cxnChg>
        <pc:cxnChg chg="add mod">
          <ac:chgData name="Vinayak Sharma (Student)" userId="5017081d-1688-4eda-a2f9-bb27e4f819ba" providerId="ADAL" clId="{ACC21BB1-644A-4677-9BB1-9BA981B64D62}" dt="2025-09-30T07:11:09.270" v="4142" actId="14100"/>
          <ac:cxnSpMkLst>
            <pc:docMk/>
            <pc:sldMk cId="3208241379" sldId="314"/>
            <ac:cxnSpMk id="23" creationId="{8C61393C-926B-286B-ACE7-EB6C56A4B623}"/>
          </ac:cxnSpMkLst>
        </pc:cxnChg>
        <pc:cxnChg chg="add mod">
          <ac:chgData name="Vinayak Sharma (Student)" userId="5017081d-1688-4eda-a2f9-bb27e4f819ba" providerId="ADAL" clId="{ACC21BB1-644A-4677-9BB1-9BA981B64D62}" dt="2025-09-30T06:47:52.641" v="2952" actId="1076"/>
          <ac:cxnSpMkLst>
            <pc:docMk/>
            <pc:sldMk cId="3208241379" sldId="314"/>
            <ac:cxnSpMk id="27" creationId="{E8FA4B03-2C7D-87A0-BFCE-A39993C68F00}"/>
          </ac:cxnSpMkLst>
        </pc:cxnChg>
        <pc:cxnChg chg="mod topLvl">
          <ac:chgData name="Vinayak Sharma (Student)" userId="5017081d-1688-4eda-a2f9-bb27e4f819ba" providerId="ADAL" clId="{ACC21BB1-644A-4677-9BB1-9BA981B64D62}" dt="2025-09-30T06:49:11.751" v="3070" actId="164"/>
          <ac:cxnSpMkLst>
            <pc:docMk/>
            <pc:sldMk cId="3208241379" sldId="314"/>
            <ac:cxnSpMk id="32" creationId="{79DFB240-E7A9-1C4D-53C9-BE080224E965}"/>
          </ac:cxnSpMkLst>
        </pc:cxnChg>
      </pc:sldChg>
      <pc:sldChg chg="addSp delSp modSp new mod">
        <pc:chgData name="Vinayak Sharma (Student)" userId="5017081d-1688-4eda-a2f9-bb27e4f819ba" providerId="ADAL" clId="{ACC21BB1-644A-4677-9BB1-9BA981B64D62}" dt="2025-09-30T07:23:37.960" v="4492" actId="21"/>
        <pc:sldMkLst>
          <pc:docMk/>
          <pc:sldMk cId="753947197" sldId="315"/>
        </pc:sldMkLst>
        <pc:spChg chg="add del mod">
          <ac:chgData name="Vinayak Sharma (Student)" userId="5017081d-1688-4eda-a2f9-bb27e4f819ba" providerId="ADAL" clId="{ACC21BB1-644A-4677-9BB1-9BA981B64D62}" dt="2025-09-30T07:23:37.960" v="4492" actId="21"/>
          <ac:spMkLst>
            <pc:docMk/>
            <pc:sldMk cId="753947197" sldId="315"/>
            <ac:spMk id="5" creationId="{B85FD3D6-D301-D43C-801E-A3EE8E3478DF}"/>
          </ac:spMkLst>
        </pc:spChg>
        <pc:spChg chg="add mod">
          <ac:chgData name="Vinayak Sharma (Student)" userId="5017081d-1688-4eda-a2f9-bb27e4f819ba" providerId="ADAL" clId="{ACC21BB1-644A-4677-9BB1-9BA981B64D62}" dt="2025-09-30T07:18:03.105" v="4431" actId="20577"/>
          <ac:spMkLst>
            <pc:docMk/>
            <pc:sldMk cId="753947197" sldId="315"/>
            <ac:spMk id="9" creationId="{30BCA747-2482-1499-33C6-72088D6FCAFC}"/>
          </ac:spMkLst>
        </pc:spChg>
        <pc:spChg chg="add mod">
          <ac:chgData name="Vinayak Sharma (Student)" userId="5017081d-1688-4eda-a2f9-bb27e4f819ba" providerId="ADAL" clId="{ACC21BB1-644A-4677-9BB1-9BA981B64D62}" dt="2025-09-30T07:20:54.617" v="4465" actId="164"/>
          <ac:spMkLst>
            <pc:docMk/>
            <pc:sldMk cId="753947197" sldId="315"/>
            <ac:spMk id="16" creationId="{AE0FFDBA-2769-4649-75AC-7E8FEAAE475E}"/>
          </ac:spMkLst>
        </pc:spChg>
        <pc:spChg chg="add mod">
          <ac:chgData name="Vinayak Sharma (Student)" userId="5017081d-1688-4eda-a2f9-bb27e4f819ba" providerId="ADAL" clId="{ACC21BB1-644A-4677-9BB1-9BA981B64D62}" dt="2025-09-30T07:22:23.483" v="4477"/>
          <ac:spMkLst>
            <pc:docMk/>
            <pc:sldMk cId="753947197" sldId="315"/>
            <ac:spMk id="19" creationId="{8919CF72-3F54-4150-CB7A-E45D94A04986}"/>
          </ac:spMkLst>
        </pc:spChg>
        <pc:spChg chg="add mod">
          <ac:chgData name="Vinayak Sharma (Student)" userId="5017081d-1688-4eda-a2f9-bb27e4f819ba" providerId="ADAL" clId="{ACC21BB1-644A-4677-9BB1-9BA981B64D62}" dt="2025-09-30T07:22:32.754" v="4482" actId="164"/>
          <ac:spMkLst>
            <pc:docMk/>
            <pc:sldMk cId="753947197" sldId="315"/>
            <ac:spMk id="25" creationId="{4D9571A1-8639-F89E-5FC0-BBA8F09AFCF5}"/>
          </ac:spMkLst>
        </pc:spChg>
        <pc:grpChg chg="add mod">
          <ac:chgData name="Vinayak Sharma (Student)" userId="5017081d-1688-4eda-a2f9-bb27e4f819ba" providerId="ADAL" clId="{ACC21BB1-644A-4677-9BB1-9BA981B64D62}" dt="2025-09-30T07:22:41.864" v="4485" actId="1076"/>
          <ac:grpSpMkLst>
            <pc:docMk/>
            <pc:sldMk cId="753947197" sldId="315"/>
            <ac:grpSpMk id="20" creationId="{8149CA1D-20D1-3931-B1A5-AC2583E87D5F}"/>
          </ac:grpSpMkLst>
        </pc:grpChg>
        <pc:grpChg chg="add mod">
          <ac:chgData name="Vinayak Sharma (Student)" userId="5017081d-1688-4eda-a2f9-bb27e4f819ba" providerId="ADAL" clId="{ACC21BB1-644A-4677-9BB1-9BA981B64D62}" dt="2025-09-30T07:22:41.864" v="4485" actId="1076"/>
          <ac:grpSpMkLst>
            <pc:docMk/>
            <pc:sldMk cId="753947197" sldId="315"/>
            <ac:grpSpMk id="21" creationId="{B6F68B8E-1728-8A90-186B-72C43E267BFF}"/>
          </ac:grpSpMkLst>
        </pc:grpChg>
        <pc:grpChg chg="add mod">
          <ac:chgData name="Vinayak Sharma (Student)" userId="5017081d-1688-4eda-a2f9-bb27e4f819ba" providerId="ADAL" clId="{ACC21BB1-644A-4677-9BB1-9BA981B64D62}" dt="2025-09-30T07:22:41.864" v="4485" actId="1076"/>
          <ac:grpSpMkLst>
            <pc:docMk/>
            <pc:sldMk cId="753947197" sldId="315"/>
            <ac:grpSpMk id="26" creationId="{9E730183-A82C-E2C2-3B12-1AF7882791EA}"/>
          </ac:grpSpMkLst>
        </pc:grpChg>
        <pc:picChg chg="add mod">
          <ac:chgData name="Vinayak Sharma (Student)" userId="5017081d-1688-4eda-a2f9-bb27e4f819ba" providerId="ADAL" clId="{ACC21BB1-644A-4677-9BB1-9BA981B64D62}" dt="2025-09-30T07:20:54.617" v="4465" actId="164"/>
          <ac:picMkLst>
            <pc:docMk/>
            <pc:sldMk cId="753947197" sldId="315"/>
            <ac:picMk id="15" creationId="{A307EF21-1DB2-131A-6E71-0D4CE159BCC1}"/>
          </ac:picMkLst>
        </pc:picChg>
        <pc:picChg chg="add mod">
          <ac:chgData name="Vinayak Sharma (Student)" userId="5017081d-1688-4eda-a2f9-bb27e4f819ba" providerId="ADAL" clId="{ACC21BB1-644A-4677-9BB1-9BA981B64D62}" dt="2025-09-30T07:22:23.483" v="4477"/>
          <ac:picMkLst>
            <pc:docMk/>
            <pc:sldMk cId="753947197" sldId="315"/>
            <ac:picMk id="18" creationId="{0775B2F9-D12B-042E-41CB-05204D4E9880}"/>
          </ac:picMkLst>
        </pc:picChg>
        <pc:picChg chg="add mod">
          <ac:chgData name="Vinayak Sharma (Student)" userId="5017081d-1688-4eda-a2f9-bb27e4f819ba" providerId="ADAL" clId="{ACC21BB1-644A-4677-9BB1-9BA981B64D62}" dt="2025-09-30T07:22:32.754" v="4482" actId="164"/>
          <ac:picMkLst>
            <pc:docMk/>
            <pc:sldMk cId="753947197" sldId="315"/>
            <ac:picMk id="23" creationId="{9DD39486-6FD3-0432-B6C9-73A385F486A8}"/>
          </ac:picMkLst>
        </pc:picChg>
        <pc:cxnChg chg="add del mod">
          <ac:chgData name="Vinayak Sharma (Student)" userId="5017081d-1688-4eda-a2f9-bb27e4f819ba" providerId="ADAL" clId="{ACC21BB1-644A-4677-9BB1-9BA981B64D62}" dt="2025-09-30T07:23:37.960" v="4492" actId="21"/>
          <ac:cxnSpMkLst>
            <pc:docMk/>
            <pc:sldMk cId="753947197" sldId="315"/>
            <ac:cxnSpMk id="6" creationId="{4260675E-BDF2-6239-18AF-0534C015E420}"/>
          </ac:cxnSpMkLst>
        </pc:cxnChg>
      </pc:sldChg>
      <pc:sldChg chg="addSp delSp modSp new mod">
        <pc:chgData name="Vinayak Sharma (Student)" userId="5017081d-1688-4eda-a2f9-bb27e4f819ba" providerId="ADAL" clId="{ACC21BB1-644A-4677-9BB1-9BA981B64D62}" dt="2025-09-30T07:43:06.212" v="5403" actId="208"/>
        <pc:sldMkLst>
          <pc:docMk/>
          <pc:sldMk cId="517849225" sldId="316"/>
        </pc:sldMkLst>
        <pc:spChg chg="add mod">
          <ac:chgData name="Vinayak Sharma (Student)" userId="5017081d-1688-4eda-a2f9-bb27e4f819ba" providerId="ADAL" clId="{ACC21BB1-644A-4677-9BB1-9BA981B64D62}" dt="2025-09-30T07:41:29.450" v="5287" actId="20577"/>
          <ac:spMkLst>
            <pc:docMk/>
            <pc:sldMk cId="517849225" sldId="316"/>
            <ac:spMk id="5" creationId="{D2012F45-C3BB-0D85-592F-DEB63D7C5752}"/>
          </ac:spMkLst>
        </pc:spChg>
        <pc:spChg chg="add mod">
          <ac:chgData name="Vinayak Sharma (Student)" userId="5017081d-1688-4eda-a2f9-bb27e4f819ba" providerId="ADAL" clId="{ACC21BB1-644A-4677-9BB1-9BA981B64D62}" dt="2025-09-30T07:42:39.931" v="5396" actId="1076"/>
          <ac:spMkLst>
            <pc:docMk/>
            <pc:sldMk cId="517849225" sldId="316"/>
            <ac:spMk id="8" creationId="{E85B417C-1E7E-D2AE-A290-C9F32E9AF9E3}"/>
          </ac:spMkLst>
        </pc:spChg>
        <pc:spChg chg="add mod">
          <ac:chgData name="Vinayak Sharma (Student)" userId="5017081d-1688-4eda-a2f9-bb27e4f819ba" providerId="ADAL" clId="{ACC21BB1-644A-4677-9BB1-9BA981B64D62}" dt="2025-09-30T07:42:37.651" v="5395" actId="1076"/>
          <ac:spMkLst>
            <pc:docMk/>
            <pc:sldMk cId="517849225" sldId="316"/>
            <ac:spMk id="10" creationId="{87CFDB5A-940E-2840-9F4E-FA477F27FCE5}"/>
          </ac:spMkLst>
        </pc:spChg>
        <pc:picChg chg="add mod">
          <ac:chgData name="Vinayak Sharma (Student)" userId="5017081d-1688-4eda-a2f9-bb27e4f819ba" providerId="ADAL" clId="{ACC21BB1-644A-4677-9BB1-9BA981B64D62}" dt="2025-09-30T07:43:06.212" v="5403" actId="208"/>
          <ac:picMkLst>
            <pc:docMk/>
            <pc:sldMk cId="517849225" sldId="316"/>
            <ac:picMk id="12" creationId="{33ACEF40-DB48-5B63-0C29-1B00DA60A774}"/>
          </ac:picMkLst>
        </pc:picChg>
        <pc:cxnChg chg="add mod">
          <ac:chgData name="Vinayak Sharma (Student)" userId="5017081d-1688-4eda-a2f9-bb27e4f819ba" providerId="ADAL" clId="{ACC21BB1-644A-4677-9BB1-9BA981B64D62}" dt="2025-09-30T07:41:19.537" v="5234"/>
          <ac:cxnSpMkLst>
            <pc:docMk/>
            <pc:sldMk cId="517849225" sldId="316"/>
            <ac:cxnSpMk id="6" creationId="{3000E578-794E-C005-1E65-BE7EE0211D02}"/>
          </ac:cxnSpMkLst>
        </pc:cxnChg>
      </pc:sldChg>
      <pc:sldChg chg="addSp delSp modSp add mod">
        <pc:chgData name="Vinayak Sharma (Student)" userId="5017081d-1688-4eda-a2f9-bb27e4f819ba" providerId="ADAL" clId="{ACC21BB1-644A-4677-9BB1-9BA981B64D62}" dt="2025-09-30T07:42:07.526" v="5293" actId="1076"/>
        <pc:sldMkLst>
          <pc:docMk/>
          <pc:sldMk cId="4084879724" sldId="317"/>
        </pc:sldMkLst>
        <pc:spChg chg="add mod">
          <ac:chgData name="Vinayak Sharma (Student)" userId="5017081d-1688-4eda-a2f9-bb27e4f819ba" providerId="ADAL" clId="{ACC21BB1-644A-4677-9BB1-9BA981B64D62}" dt="2025-09-30T07:39:52.725" v="5163" actId="1076"/>
          <ac:spMkLst>
            <pc:docMk/>
            <pc:sldMk cId="4084879724" sldId="317"/>
            <ac:spMk id="4" creationId="{F7198BA4-0D5A-C480-0150-4B0028866750}"/>
          </ac:spMkLst>
        </pc:spChg>
        <pc:spChg chg="add mod">
          <ac:chgData name="Vinayak Sharma (Student)" userId="5017081d-1688-4eda-a2f9-bb27e4f819ba" providerId="ADAL" clId="{ACC21BB1-644A-4677-9BB1-9BA981B64D62}" dt="2025-09-30T07:39:52.725" v="5163" actId="1076"/>
          <ac:spMkLst>
            <pc:docMk/>
            <pc:sldMk cId="4084879724" sldId="317"/>
            <ac:spMk id="7" creationId="{0F6724FC-22FD-E396-4DD5-083830A3AFE9}"/>
          </ac:spMkLst>
        </pc:spChg>
        <pc:spChg chg="add mod">
          <ac:chgData name="Vinayak Sharma (Student)" userId="5017081d-1688-4eda-a2f9-bb27e4f819ba" providerId="ADAL" clId="{ACC21BB1-644A-4677-9BB1-9BA981B64D62}" dt="2025-09-30T07:37:21.518" v="5065" actId="164"/>
          <ac:spMkLst>
            <pc:docMk/>
            <pc:sldMk cId="4084879724" sldId="317"/>
            <ac:spMk id="8" creationId="{555E071A-C668-D81E-A497-AD2E73D0588C}"/>
          </ac:spMkLst>
        </pc:spChg>
        <pc:spChg chg="mod">
          <ac:chgData name="Vinayak Sharma (Student)" userId="5017081d-1688-4eda-a2f9-bb27e4f819ba" providerId="ADAL" clId="{ACC21BB1-644A-4677-9BB1-9BA981B64D62}" dt="2025-09-30T07:42:07.526" v="5293" actId="1076"/>
          <ac:spMkLst>
            <pc:docMk/>
            <pc:sldMk cId="4084879724" sldId="317"/>
            <ac:spMk id="9" creationId="{1B277100-F0EC-734F-3E9A-CD39DC18AC13}"/>
          </ac:spMkLst>
        </pc:spChg>
        <pc:spChg chg="add mod">
          <ac:chgData name="Vinayak Sharma (Student)" userId="5017081d-1688-4eda-a2f9-bb27e4f819ba" providerId="ADAL" clId="{ACC21BB1-644A-4677-9BB1-9BA981B64D62}" dt="2025-09-30T07:37:21.518" v="5065" actId="164"/>
          <ac:spMkLst>
            <pc:docMk/>
            <pc:sldMk cId="4084879724" sldId="317"/>
            <ac:spMk id="10" creationId="{726106F8-0EAF-245D-BB3B-7A054C18016D}"/>
          </ac:spMkLst>
        </pc:spChg>
        <pc:spChg chg="add mod">
          <ac:chgData name="Vinayak Sharma (Student)" userId="5017081d-1688-4eda-a2f9-bb27e4f819ba" providerId="ADAL" clId="{ACC21BB1-644A-4677-9BB1-9BA981B64D62}" dt="2025-09-30T07:37:21.518" v="5065" actId="164"/>
          <ac:spMkLst>
            <pc:docMk/>
            <pc:sldMk cId="4084879724" sldId="317"/>
            <ac:spMk id="11" creationId="{2D693C24-3740-3B06-1954-34BEFCEC4933}"/>
          </ac:spMkLst>
        </pc:spChg>
        <pc:spChg chg="mod">
          <ac:chgData name="Vinayak Sharma (Student)" userId="5017081d-1688-4eda-a2f9-bb27e4f819ba" providerId="ADAL" clId="{ACC21BB1-644A-4677-9BB1-9BA981B64D62}" dt="2025-09-30T07:39:20.741" v="5149"/>
          <ac:spMkLst>
            <pc:docMk/>
            <pc:sldMk cId="4084879724" sldId="317"/>
            <ac:spMk id="27" creationId="{E9C7A8FC-AABB-B738-27D3-78C1B3694F4B}"/>
          </ac:spMkLst>
        </pc:spChg>
        <pc:spChg chg="mod">
          <ac:chgData name="Vinayak Sharma (Student)" userId="5017081d-1688-4eda-a2f9-bb27e4f819ba" providerId="ADAL" clId="{ACC21BB1-644A-4677-9BB1-9BA981B64D62}" dt="2025-09-30T07:39:49.395" v="5160" actId="1076"/>
          <ac:spMkLst>
            <pc:docMk/>
            <pc:sldMk cId="4084879724" sldId="317"/>
            <ac:spMk id="28" creationId="{B5449DE7-EC96-5FC8-BBE5-4417FD1A5A6F}"/>
          </ac:spMkLst>
        </pc:spChg>
        <pc:spChg chg="mod">
          <ac:chgData name="Vinayak Sharma (Student)" userId="5017081d-1688-4eda-a2f9-bb27e4f819ba" providerId="ADAL" clId="{ACC21BB1-644A-4677-9BB1-9BA981B64D62}" dt="2025-09-30T07:39:40.299" v="5156" actId="1076"/>
          <ac:spMkLst>
            <pc:docMk/>
            <pc:sldMk cId="4084879724" sldId="317"/>
            <ac:spMk id="29" creationId="{B029D705-EF19-F075-5695-923FEB810954}"/>
          </ac:spMkLst>
        </pc:spChg>
        <pc:spChg chg="add mod">
          <ac:chgData name="Vinayak Sharma (Student)" userId="5017081d-1688-4eda-a2f9-bb27e4f819ba" providerId="ADAL" clId="{ACC21BB1-644A-4677-9BB1-9BA981B64D62}" dt="2025-09-30T07:37:56.059" v="5112" actId="1076"/>
          <ac:spMkLst>
            <pc:docMk/>
            <pc:sldMk cId="4084879724" sldId="317"/>
            <ac:spMk id="30" creationId="{2B046F42-8078-3EC9-15B2-0CBD265D42C6}"/>
          </ac:spMkLst>
        </pc:spChg>
        <pc:grpChg chg="add mod">
          <ac:chgData name="Vinayak Sharma (Student)" userId="5017081d-1688-4eda-a2f9-bb27e4f819ba" providerId="ADAL" clId="{ACC21BB1-644A-4677-9BB1-9BA981B64D62}" dt="2025-09-30T07:37:23.813" v="5066" actId="1076"/>
          <ac:grpSpMkLst>
            <pc:docMk/>
            <pc:sldMk cId="4084879724" sldId="317"/>
            <ac:grpSpMk id="12" creationId="{7E698E22-BCA9-1458-F02F-0EE945FFA4AA}"/>
          </ac:grpSpMkLst>
        </pc:grpChg>
        <pc:grpChg chg="add mod">
          <ac:chgData name="Vinayak Sharma (Student)" userId="5017081d-1688-4eda-a2f9-bb27e4f819ba" providerId="ADAL" clId="{ACC21BB1-644A-4677-9BB1-9BA981B64D62}" dt="2025-09-30T07:39:20.741" v="5149"/>
          <ac:grpSpMkLst>
            <pc:docMk/>
            <pc:sldMk cId="4084879724" sldId="317"/>
            <ac:grpSpMk id="24" creationId="{6BA942AF-8145-881B-1E7A-B160A3882ED6}"/>
          </ac:grpSpMkLst>
        </pc:grpChg>
      </pc:sldChg>
      <pc:sldChg chg="modSp add del mod">
        <pc:chgData name="Vinayak Sharma (Student)" userId="5017081d-1688-4eda-a2f9-bb27e4f819ba" providerId="ADAL" clId="{ACC21BB1-644A-4677-9BB1-9BA981B64D62}" dt="2025-10-07T07:11:24.476" v="6355" actId="2696"/>
        <pc:sldMkLst>
          <pc:docMk/>
          <pc:sldMk cId="3437604312" sldId="319"/>
        </pc:sldMkLst>
      </pc:sldChg>
      <pc:sldChg chg="addSp delSp modSp add del mod ord">
        <pc:chgData name="Vinayak Sharma (Student)" userId="5017081d-1688-4eda-a2f9-bb27e4f819ba" providerId="ADAL" clId="{ACC21BB1-644A-4677-9BB1-9BA981B64D62}" dt="2025-10-07T07:11:24.476" v="6355" actId="2696"/>
        <pc:sldMkLst>
          <pc:docMk/>
          <pc:sldMk cId="2908319569" sldId="320"/>
        </pc:sldMkLst>
      </pc:sldChg>
      <pc:sldChg chg="addSp delSp modSp add del mod ord">
        <pc:chgData name="Vinayak Sharma (Student)" userId="5017081d-1688-4eda-a2f9-bb27e4f819ba" providerId="ADAL" clId="{ACC21BB1-644A-4677-9BB1-9BA981B64D62}" dt="2025-10-07T07:11:24.476" v="6355" actId="2696"/>
        <pc:sldMkLst>
          <pc:docMk/>
          <pc:sldMk cId="4128252821" sldId="321"/>
        </pc:sldMkLst>
      </pc:sldChg>
      <pc:sldChg chg="addSp delSp modSp add del mod ord">
        <pc:chgData name="Vinayak Sharma (Student)" userId="5017081d-1688-4eda-a2f9-bb27e4f819ba" providerId="ADAL" clId="{ACC21BB1-644A-4677-9BB1-9BA981B64D62}" dt="2025-10-07T07:11:24.476" v="6355" actId="2696"/>
        <pc:sldMkLst>
          <pc:docMk/>
          <pc:sldMk cId="1531630931" sldId="322"/>
        </pc:sldMkLst>
      </pc:sldChg>
      <pc:sldChg chg="addSp delSp modSp new mod">
        <pc:chgData name="Vinayak Sharma (Student)" userId="5017081d-1688-4eda-a2f9-bb27e4f819ba" providerId="ADAL" clId="{ACC21BB1-644A-4677-9BB1-9BA981B64D62}" dt="2025-09-30T08:01:55.451" v="6354" actId="1076"/>
        <pc:sldMkLst>
          <pc:docMk/>
          <pc:sldMk cId="715185143" sldId="323"/>
        </pc:sldMkLst>
        <pc:spChg chg="add mod">
          <ac:chgData name="Vinayak Sharma (Student)" userId="5017081d-1688-4eda-a2f9-bb27e4f819ba" providerId="ADAL" clId="{ACC21BB1-644A-4677-9BB1-9BA981B64D62}" dt="2025-09-30T08:01:30.471" v="6313" actId="20577"/>
          <ac:spMkLst>
            <pc:docMk/>
            <pc:sldMk cId="715185143" sldId="323"/>
            <ac:spMk id="7" creationId="{6096CCE5-C36A-6990-B982-973F67CBDF48}"/>
          </ac:spMkLst>
        </pc:spChg>
        <pc:spChg chg="add mod">
          <ac:chgData name="Vinayak Sharma (Student)" userId="5017081d-1688-4eda-a2f9-bb27e4f819ba" providerId="ADAL" clId="{ACC21BB1-644A-4677-9BB1-9BA981B64D62}" dt="2025-09-30T08:01:55.451" v="6354" actId="1076"/>
          <ac:spMkLst>
            <pc:docMk/>
            <pc:sldMk cId="715185143" sldId="323"/>
            <ac:spMk id="9" creationId="{7EFB8724-5BD6-5775-C2BE-18252752081D}"/>
          </ac:spMkLst>
        </pc:spChg>
        <pc:picChg chg="add mod">
          <ac:chgData name="Vinayak Sharma (Student)" userId="5017081d-1688-4eda-a2f9-bb27e4f819ba" providerId="ADAL" clId="{ACC21BB1-644A-4677-9BB1-9BA981B64D62}" dt="2025-09-30T08:01:28.261" v="6309" actId="1076"/>
          <ac:picMkLst>
            <pc:docMk/>
            <pc:sldMk cId="715185143" sldId="323"/>
            <ac:picMk id="6146" creationId="{DF3D90D3-8DDD-9600-DC02-D5E0C6496811}"/>
          </ac:picMkLst>
        </pc:picChg>
        <pc:cxnChg chg="add mod">
          <ac:chgData name="Vinayak Sharma (Student)" userId="5017081d-1688-4eda-a2f9-bb27e4f819ba" providerId="ADAL" clId="{ACC21BB1-644A-4677-9BB1-9BA981B64D62}" dt="2025-09-30T08:01:03.562" v="6287"/>
          <ac:cxnSpMkLst>
            <pc:docMk/>
            <pc:sldMk cId="715185143" sldId="323"/>
            <ac:cxnSpMk id="8" creationId="{717E405E-9DB7-163F-39BB-97054CDEA5E6}"/>
          </ac:cxnSpMkLst>
        </pc:cxnChg>
      </pc:sldChg>
      <pc:sldChg chg="delSp modSp add mod ord">
        <pc:chgData name="Vinayak Sharma (Student)" userId="5017081d-1688-4eda-a2f9-bb27e4f819ba" providerId="ADAL" clId="{ACC21BB1-644A-4677-9BB1-9BA981B64D62}" dt="2025-09-30T07:48:00.016" v="5681" actId="1076"/>
        <pc:sldMkLst>
          <pc:docMk/>
          <pc:sldMk cId="459572848" sldId="324"/>
        </pc:sldMkLst>
        <pc:spChg chg="mod">
          <ac:chgData name="Vinayak Sharma (Student)" userId="5017081d-1688-4eda-a2f9-bb27e4f819ba" providerId="ADAL" clId="{ACC21BB1-644A-4677-9BB1-9BA981B64D62}" dt="2025-09-30T07:47:48.208" v="5675" actId="20577"/>
          <ac:spMkLst>
            <pc:docMk/>
            <pc:sldMk cId="459572848" sldId="324"/>
            <ac:spMk id="3" creationId="{3AAEF26E-955C-1893-7F41-3EDBD2C755AE}"/>
          </ac:spMkLst>
        </pc:spChg>
        <pc:spChg chg="mod">
          <ac:chgData name="Vinayak Sharma (Student)" userId="5017081d-1688-4eda-a2f9-bb27e4f819ba" providerId="ADAL" clId="{ACC21BB1-644A-4677-9BB1-9BA981B64D62}" dt="2025-09-30T07:48:00.016" v="5681" actId="1076"/>
          <ac:spMkLst>
            <pc:docMk/>
            <pc:sldMk cId="459572848" sldId="324"/>
            <ac:spMk id="5" creationId="{54047B1D-48DE-4667-0F9C-5549AC5650A2}"/>
          </ac:spMkLst>
        </pc:spChg>
        <pc:spChg chg="mod">
          <ac:chgData name="Vinayak Sharma (Student)" userId="5017081d-1688-4eda-a2f9-bb27e4f819ba" providerId="ADAL" clId="{ACC21BB1-644A-4677-9BB1-9BA981B64D62}" dt="2025-09-30T07:48:00.016" v="5681" actId="1076"/>
          <ac:spMkLst>
            <pc:docMk/>
            <pc:sldMk cId="459572848" sldId="324"/>
            <ac:spMk id="6" creationId="{8F185DE0-0CB6-1658-05FF-9781206A3C32}"/>
          </ac:spMkLst>
        </pc:spChg>
        <pc:spChg chg="mod">
          <ac:chgData name="Vinayak Sharma (Student)" userId="5017081d-1688-4eda-a2f9-bb27e4f819ba" providerId="ADAL" clId="{ACC21BB1-644A-4677-9BB1-9BA981B64D62}" dt="2025-09-30T07:48:00.016" v="5681" actId="1076"/>
          <ac:spMkLst>
            <pc:docMk/>
            <pc:sldMk cId="459572848" sldId="324"/>
            <ac:spMk id="8" creationId="{F99D4DC9-DAB4-2E95-2C28-668E730AD76C}"/>
          </ac:spMkLst>
        </pc:spChg>
        <pc:spChg chg="mod">
          <ac:chgData name="Vinayak Sharma (Student)" userId="5017081d-1688-4eda-a2f9-bb27e4f819ba" providerId="ADAL" clId="{ACC21BB1-644A-4677-9BB1-9BA981B64D62}" dt="2025-09-30T07:48:00.016" v="5681" actId="1076"/>
          <ac:spMkLst>
            <pc:docMk/>
            <pc:sldMk cId="459572848" sldId="324"/>
            <ac:spMk id="10" creationId="{C78AA36A-519B-7B17-62AA-BDEAB4D6CDED}"/>
          </ac:spMkLst>
        </pc:spChg>
        <pc:spChg chg="mod">
          <ac:chgData name="Vinayak Sharma (Student)" userId="5017081d-1688-4eda-a2f9-bb27e4f819ba" providerId="ADAL" clId="{ACC21BB1-644A-4677-9BB1-9BA981B64D62}" dt="2025-09-30T07:48:00.016" v="5681" actId="1076"/>
          <ac:spMkLst>
            <pc:docMk/>
            <pc:sldMk cId="459572848" sldId="324"/>
            <ac:spMk id="17" creationId="{17744003-3301-C2F2-9399-DDD09E90CB8D}"/>
          </ac:spMkLst>
        </pc:spChg>
        <pc:grpChg chg="mod">
          <ac:chgData name="Vinayak Sharma (Student)" userId="5017081d-1688-4eda-a2f9-bb27e4f819ba" providerId="ADAL" clId="{ACC21BB1-644A-4677-9BB1-9BA981B64D62}" dt="2025-09-30T07:48:00.016" v="5681" actId="1076"/>
          <ac:grpSpMkLst>
            <pc:docMk/>
            <pc:sldMk cId="459572848" sldId="324"/>
            <ac:grpSpMk id="7" creationId="{4F281AEC-80B9-4C90-4765-8F173C9AE8E4}"/>
          </ac:grpSpMkLst>
        </pc:grpChg>
        <pc:grpChg chg="mod">
          <ac:chgData name="Vinayak Sharma (Student)" userId="5017081d-1688-4eda-a2f9-bb27e4f819ba" providerId="ADAL" clId="{ACC21BB1-644A-4677-9BB1-9BA981B64D62}" dt="2025-09-30T07:48:00.016" v="5681" actId="1076"/>
          <ac:grpSpMkLst>
            <pc:docMk/>
            <pc:sldMk cId="459572848" sldId="324"/>
            <ac:grpSpMk id="9" creationId="{61A0F37E-9A65-C478-98B4-9A4834C0CDAC}"/>
          </ac:grpSpMkLst>
        </pc:grpChg>
        <pc:grpChg chg="mod">
          <ac:chgData name="Vinayak Sharma (Student)" userId="5017081d-1688-4eda-a2f9-bb27e4f819ba" providerId="ADAL" clId="{ACC21BB1-644A-4677-9BB1-9BA981B64D62}" dt="2025-09-30T07:48:00.016" v="5681" actId="1076"/>
          <ac:grpSpMkLst>
            <pc:docMk/>
            <pc:sldMk cId="459572848" sldId="324"/>
            <ac:grpSpMk id="11" creationId="{E4840759-7329-42EE-9061-0CB6363804B3}"/>
          </ac:grpSpMkLst>
        </pc:grpChg>
        <pc:picChg chg="mod">
          <ac:chgData name="Vinayak Sharma (Student)" userId="5017081d-1688-4eda-a2f9-bb27e4f819ba" providerId="ADAL" clId="{ACC21BB1-644A-4677-9BB1-9BA981B64D62}" dt="2025-09-30T07:48:00.016" v="5681" actId="1076"/>
          <ac:picMkLst>
            <pc:docMk/>
            <pc:sldMk cId="459572848" sldId="324"/>
            <ac:picMk id="2" creationId="{5FC3FD71-7879-D3BD-4A8D-06EE5FC14E83}"/>
          </ac:picMkLst>
        </pc:picChg>
        <pc:picChg chg="mod">
          <ac:chgData name="Vinayak Sharma (Student)" userId="5017081d-1688-4eda-a2f9-bb27e4f819ba" providerId="ADAL" clId="{ACC21BB1-644A-4677-9BB1-9BA981B64D62}" dt="2025-09-30T07:48:00.016" v="5681" actId="1076"/>
          <ac:picMkLst>
            <pc:docMk/>
            <pc:sldMk cId="459572848" sldId="324"/>
            <ac:picMk id="1026" creationId="{2A892313-961A-BB2F-19F2-35155318A4E0}"/>
          </ac:picMkLst>
        </pc:picChg>
      </pc:sldChg>
      <pc:sldChg chg="add del">
        <pc:chgData name="Vinayak Sharma (Student)" userId="5017081d-1688-4eda-a2f9-bb27e4f819ba" providerId="ADAL" clId="{ACC21BB1-644A-4677-9BB1-9BA981B64D62}" dt="2025-10-07T07:11:24.476" v="6355" actId="2696"/>
        <pc:sldMkLst>
          <pc:docMk/>
          <pc:sldMk cId="637959387" sldId="325"/>
        </pc:sldMkLst>
      </pc:sldChg>
      <pc:sldChg chg="addSp delSp modSp new mod delAnim modAnim">
        <pc:chgData name="Vinayak Sharma (Student)" userId="5017081d-1688-4eda-a2f9-bb27e4f819ba" providerId="ADAL" clId="{ACC21BB1-644A-4677-9BB1-9BA981B64D62}" dt="2025-09-30T07:55:06.934" v="5858" actId="20577"/>
        <pc:sldMkLst>
          <pc:docMk/>
          <pc:sldMk cId="1503518079" sldId="326"/>
        </pc:sldMkLst>
        <pc:spChg chg="add mod">
          <ac:chgData name="Vinayak Sharma (Student)" userId="5017081d-1688-4eda-a2f9-bb27e4f819ba" providerId="ADAL" clId="{ACC21BB1-644A-4677-9BB1-9BA981B64D62}" dt="2025-09-30T07:55:06.934" v="5858" actId="20577"/>
          <ac:spMkLst>
            <pc:docMk/>
            <pc:sldMk cId="1503518079" sldId="326"/>
            <ac:spMk id="4" creationId="{15395FCA-D543-A827-E7E8-4A0E6089C694}"/>
          </ac:spMkLst>
        </pc:spChg>
        <pc:spChg chg="add mod">
          <ac:chgData name="Vinayak Sharma (Student)" userId="5017081d-1688-4eda-a2f9-bb27e4f819ba" providerId="ADAL" clId="{ACC21BB1-644A-4677-9BB1-9BA981B64D62}" dt="2025-09-30T07:54:49.079" v="5822" actId="1076"/>
          <ac:spMkLst>
            <pc:docMk/>
            <pc:sldMk cId="1503518079" sldId="326"/>
            <ac:spMk id="16" creationId="{DFD917D7-9ADD-9EF7-5EE1-EC67F3C823CF}"/>
          </ac:spMkLst>
        </pc:spChg>
        <pc:graphicFrameChg chg="add mod modGraphic">
          <ac:chgData name="Vinayak Sharma (Student)" userId="5017081d-1688-4eda-a2f9-bb27e4f819ba" providerId="ADAL" clId="{ACC21BB1-644A-4677-9BB1-9BA981B64D62}" dt="2025-09-30T07:54:35.650" v="5812" actId="1076"/>
          <ac:graphicFrameMkLst>
            <pc:docMk/>
            <pc:sldMk cId="1503518079" sldId="326"/>
            <ac:graphicFrameMk id="14" creationId="{B6379504-61F6-39C8-0FB0-B5BB7AC6A09D}"/>
          </ac:graphicFrameMkLst>
        </pc:graphicFrameChg>
        <pc:picChg chg="add mod">
          <ac:chgData name="Vinayak Sharma (Student)" userId="5017081d-1688-4eda-a2f9-bb27e4f819ba" providerId="ADAL" clId="{ACC21BB1-644A-4677-9BB1-9BA981B64D62}" dt="2025-09-30T07:54:30.807" v="5811" actId="1076"/>
          <ac:picMkLst>
            <pc:docMk/>
            <pc:sldMk cId="1503518079" sldId="326"/>
            <ac:picMk id="5122" creationId="{4DA59AB1-AD66-E3B8-1BB2-910DE6692E74}"/>
          </ac:picMkLst>
        </pc:picChg>
        <pc:cxnChg chg="add mod">
          <ac:chgData name="Vinayak Sharma (Student)" userId="5017081d-1688-4eda-a2f9-bb27e4f819ba" providerId="ADAL" clId="{ACC21BB1-644A-4677-9BB1-9BA981B64D62}" dt="2025-09-30T07:54:59.469" v="5824"/>
          <ac:cxnSpMkLst>
            <pc:docMk/>
            <pc:sldMk cId="1503518079" sldId="326"/>
            <ac:cxnSpMk id="5" creationId="{235279F6-B9F7-B229-12D1-86163313DD79}"/>
          </ac:cxnSpMkLst>
        </pc:cxnChg>
      </pc:sldChg>
      <pc:sldMasterChg chg="addSp modSp mod modSldLayout">
        <pc:chgData name="Vinayak Sharma (Student)" userId="5017081d-1688-4eda-a2f9-bb27e4f819ba" providerId="ADAL" clId="{ACC21BB1-644A-4677-9BB1-9BA981B64D62}" dt="2025-09-30T05:49:03.190" v="568" actId="1037"/>
        <pc:sldMasterMkLst>
          <pc:docMk/>
          <pc:sldMasterMk cId="3050359684" sldId="2147483734"/>
        </pc:sldMasterMkLst>
        <pc:picChg chg="add mod">
          <ac:chgData name="Vinayak Sharma (Student)" userId="5017081d-1688-4eda-a2f9-bb27e4f819ba" providerId="ADAL" clId="{ACC21BB1-644A-4677-9BB1-9BA981B64D62}" dt="2025-09-30T05:40:12.893" v="195"/>
          <ac:picMkLst>
            <pc:docMk/>
            <pc:sldMasterMk cId="3050359684" sldId="2147483734"/>
            <ac:picMk id="7" creationId="{B284122E-A540-3871-71DC-0B72EC5ED2F5}"/>
          </ac:picMkLst>
        </pc:picChg>
        <pc:picChg chg="add mod">
          <ac:chgData name="Vinayak Sharma (Student)" userId="5017081d-1688-4eda-a2f9-bb27e4f819ba" providerId="ADAL" clId="{ACC21BB1-644A-4677-9BB1-9BA981B64D62}" dt="2025-09-30T05:49:03.190" v="568" actId="1037"/>
          <ac:picMkLst>
            <pc:docMk/>
            <pc:sldMasterMk cId="3050359684" sldId="2147483734"/>
            <ac:picMk id="9" creationId="{FAC25BFA-1AF7-695F-CC3E-309C52665213}"/>
          </ac:picMkLst>
        </pc:picChg>
        <pc:picChg chg="add mod">
          <ac:chgData name="Vinayak Sharma (Student)" userId="5017081d-1688-4eda-a2f9-bb27e4f819ba" providerId="ADAL" clId="{ACC21BB1-644A-4677-9BB1-9BA981B64D62}" dt="2025-09-30T05:48:34.368" v="535" actId="1038"/>
          <ac:picMkLst>
            <pc:docMk/>
            <pc:sldMasterMk cId="3050359684" sldId="2147483734"/>
            <ac:picMk id="11" creationId="{CB080D2B-F66D-23B4-6877-3CEE4E434B32}"/>
          </ac:picMkLst>
        </pc:picChg>
        <pc:sldLayoutChg chg="delSp mod">
          <pc:chgData name="Vinayak Sharma (Student)" userId="5017081d-1688-4eda-a2f9-bb27e4f819ba" providerId="ADAL" clId="{ACC21BB1-644A-4677-9BB1-9BA981B64D62}" dt="2025-09-30T05:40:07.165" v="193" actId="478"/>
          <pc:sldLayoutMkLst>
            <pc:docMk/>
            <pc:sldMasterMk cId="3050359684" sldId="2147483734"/>
            <pc:sldLayoutMk cId="528177966" sldId="2147483735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10.307" v="194" actId="478"/>
          <pc:sldLayoutMkLst>
            <pc:docMk/>
            <pc:sldMasterMk cId="3050359684" sldId="2147483734"/>
            <pc:sldLayoutMk cId="879077166" sldId="2147483736"/>
          </pc:sldLayoutMkLst>
        </pc:sldLayoutChg>
        <pc:sldLayoutChg chg="delSp modSp mod">
          <pc:chgData name="Vinayak Sharma (Student)" userId="5017081d-1688-4eda-a2f9-bb27e4f819ba" providerId="ADAL" clId="{ACC21BB1-644A-4677-9BB1-9BA981B64D62}" dt="2025-09-30T05:40:16.449" v="196" actId="478"/>
          <pc:sldLayoutMkLst>
            <pc:docMk/>
            <pc:sldMasterMk cId="3050359684" sldId="2147483734"/>
            <pc:sldLayoutMk cId="1945572512" sldId="2147483737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18.567" v="197" actId="478"/>
          <pc:sldLayoutMkLst>
            <pc:docMk/>
            <pc:sldMasterMk cId="3050359684" sldId="2147483734"/>
            <pc:sldLayoutMk cId="2456314980" sldId="2147483738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23.040" v="198" actId="478"/>
          <pc:sldLayoutMkLst>
            <pc:docMk/>
            <pc:sldMasterMk cId="3050359684" sldId="2147483734"/>
            <pc:sldLayoutMk cId="3000531930" sldId="2147483739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24.428" v="199" actId="478"/>
          <pc:sldLayoutMkLst>
            <pc:docMk/>
            <pc:sldMasterMk cId="3050359684" sldId="2147483734"/>
            <pc:sldLayoutMk cId="2001283132" sldId="2147483740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26.795" v="200" actId="478"/>
          <pc:sldLayoutMkLst>
            <pc:docMk/>
            <pc:sldMasterMk cId="3050359684" sldId="2147483734"/>
            <pc:sldLayoutMk cId="1569983904" sldId="2147483741"/>
          </pc:sldLayoutMkLst>
        </pc:sldLayoutChg>
        <pc:sldLayoutChg chg="delSp modSp mod">
          <pc:chgData name="Vinayak Sharma (Student)" userId="5017081d-1688-4eda-a2f9-bb27e4f819ba" providerId="ADAL" clId="{ACC21BB1-644A-4677-9BB1-9BA981B64D62}" dt="2025-09-30T05:43:34.166" v="233" actId="14100"/>
          <pc:sldLayoutMkLst>
            <pc:docMk/>
            <pc:sldMasterMk cId="3050359684" sldId="2147483734"/>
            <pc:sldLayoutMk cId="2645542519" sldId="2147483742"/>
          </pc:sldLayoutMkLst>
          <pc:spChg chg="mod">
            <ac:chgData name="Vinayak Sharma (Student)" userId="5017081d-1688-4eda-a2f9-bb27e4f819ba" providerId="ADAL" clId="{ACC21BB1-644A-4677-9BB1-9BA981B64D62}" dt="2025-09-30T05:43:34.166" v="233" actId="14100"/>
            <ac:spMkLst>
              <pc:docMk/>
              <pc:sldMasterMk cId="3050359684" sldId="2147483734"/>
              <pc:sldLayoutMk cId="2645542519" sldId="2147483742"/>
              <ac:spMk id="3" creationId="{00000000-0000-0000-0000-000000000000}"/>
            </ac:spMkLst>
          </pc:spChg>
        </pc:sldLayoutChg>
        <pc:sldLayoutChg chg="delSp modSp mod">
          <pc:chgData name="Vinayak Sharma (Student)" userId="5017081d-1688-4eda-a2f9-bb27e4f819ba" providerId="ADAL" clId="{ACC21BB1-644A-4677-9BB1-9BA981B64D62}" dt="2025-09-30T05:40:37.535" v="203" actId="478"/>
          <pc:sldLayoutMkLst>
            <pc:docMk/>
            <pc:sldMasterMk cId="3050359684" sldId="2147483734"/>
            <pc:sldLayoutMk cId="267324284" sldId="2147483746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0.578" v="204" actId="478"/>
          <pc:sldLayoutMkLst>
            <pc:docMk/>
            <pc:sldMasterMk cId="3050359684" sldId="2147483734"/>
            <pc:sldLayoutMk cId="2810832899" sldId="2147483747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2.678" v="205" actId="478"/>
          <pc:sldLayoutMkLst>
            <pc:docMk/>
            <pc:sldMasterMk cId="3050359684" sldId="2147483734"/>
            <pc:sldLayoutMk cId="1375362374" sldId="2147483748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3.958" v="206" actId="478"/>
          <pc:sldLayoutMkLst>
            <pc:docMk/>
            <pc:sldMasterMk cId="3050359684" sldId="2147483734"/>
            <pc:sldLayoutMk cId="249366340" sldId="2147483749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5.474" v="207" actId="478"/>
          <pc:sldLayoutMkLst>
            <pc:docMk/>
            <pc:sldMasterMk cId="3050359684" sldId="2147483734"/>
            <pc:sldLayoutMk cId="2861402638" sldId="2147483750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6.911" v="208" actId="478"/>
          <pc:sldLayoutMkLst>
            <pc:docMk/>
            <pc:sldMasterMk cId="3050359684" sldId="2147483734"/>
            <pc:sldLayoutMk cId="595992345" sldId="2147483751"/>
          </pc:sldLayoutMkLst>
        </pc:sldLayoutChg>
        <pc:sldLayoutChg chg="delSp mod">
          <pc:chgData name="Vinayak Sharma (Student)" userId="5017081d-1688-4eda-a2f9-bb27e4f819ba" providerId="ADAL" clId="{ACC21BB1-644A-4677-9BB1-9BA981B64D62}" dt="2025-09-30T05:40:48.696" v="209" actId="478"/>
          <pc:sldLayoutMkLst>
            <pc:docMk/>
            <pc:sldMasterMk cId="3050359684" sldId="2147483734"/>
            <pc:sldLayoutMk cId="789890007" sldId="2147483752"/>
          </pc:sldLayoutMkLst>
        </pc:sldLayoutChg>
        <pc:sldLayoutChg chg="delSp modSp mod">
          <pc:chgData name="Vinayak Sharma (Student)" userId="5017081d-1688-4eda-a2f9-bb27e4f819ba" providerId="ADAL" clId="{ACC21BB1-644A-4677-9BB1-9BA981B64D62}" dt="2025-09-30T05:40:50.240" v="210" actId="478"/>
          <pc:sldLayoutMkLst>
            <pc:docMk/>
            <pc:sldMasterMk cId="3050359684" sldId="2147483734"/>
            <pc:sldLayoutMk cId="3147033558" sldId="2147483753"/>
          </pc:sldLayoutMkLst>
        </pc:sldLayoutChg>
      </pc:sldMasterChg>
      <pc:sldMasterChg chg="addSp modSp modSldLayout">
        <pc:chgData name="Vinayak Sharma (Student)" userId="5017081d-1688-4eda-a2f9-bb27e4f819ba" providerId="ADAL" clId="{ACC21BB1-644A-4677-9BB1-9BA981B64D62}" dt="2025-09-30T05:40:57.498" v="212"/>
        <pc:sldMasterMkLst>
          <pc:docMk/>
          <pc:sldMasterMk cId="4084989033" sldId="2147483755"/>
        </pc:sldMasterMkLst>
        <pc:picChg chg="add mod">
          <ac:chgData name="Vinayak Sharma (Student)" userId="5017081d-1688-4eda-a2f9-bb27e4f819ba" providerId="ADAL" clId="{ACC21BB1-644A-4677-9BB1-9BA981B64D62}" dt="2025-09-30T05:40:57.498" v="212"/>
          <ac:picMkLst>
            <pc:docMk/>
            <pc:sldMasterMk cId="4084989033" sldId="2147483755"/>
            <ac:picMk id="7" creationId="{365645BC-729D-B165-9AC9-185122E2144E}"/>
          </ac:picMkLst>
        </pc:picChg>
        <pc:sldLayoutChg chg="delSp mod">
          <pc:chgData name="Vinayak Sharma (Student)" userId="5017081d-1688-4eda-a2f9-bb27e4f819ba" providerId="ADAL" clId="{ACC21BB1-644A-4677-9BB1-9BA981B64D62}" dt="2025-09-30T05:40:56.324" v="211" actId="478"/>
          <pc:sldLayoutMkLst>
            <pc:docMk/>
            <pc:sldMasterMk cId="4084989033" sldId="2147483755"/>
            <pc:sldLayoutMk cId="2253164395" sldId="2147483756"/>
          </pc:sldLayoutMkLst>
        </pc:sldLayoutChg>
      </pc:sldMasterChg>
    </pc:docChg>
  </pc:docChgLst>
  <pc:docChgLst>
    <pc:chgData name="Vinayak Sharma (Student)" userId="5017081d-1688-4eda-a2f9-bb27e4f819ba" providerId="ADAL" clId="{42DE2687-E682-4AEB-A316-4D9CEAA98386}"/>
    <pc:docChg chg="modSld">
      <pc:chgData name="Vinayak Sharma (Student)" userId="5017081d-1688-4eda-a2f9-bb27e4f819ba" providerId="ADAL" clId="{42DE2687-E682-4AEB-A316-4D9CEAA98386}" dt="2025-10-01T00:50:13.050" v="0" actId="1076"/>
      <pc:docMkLst>
        <pc:docMk/>
      </pc:docMkLst>
      <pc:sldChg chg="modSp">
        <pc:chgData name="Vinayak Sharma (Student)" userId="5017081d-1688-4eda-a2f9-bb27e4f819ba" providerId="ADAL" clId="{42DE2687-E682-4AEB-A316-4D9CEAA98386}" dt="2025-10-01T00:50:13.050" v="0" actId="1076"/>
        <pc:sldMkLst>
          <pc:docMk/>
          <pc:sldMk cId="4098458984" sldId="310"/>
        </pc:sldMkLst>
        <pc:spChg chg="mod">
          <ac:chgData name="Vinayak Sharma (Student)" userId="5017081d-1688-4eda-a2f9-bb27e4f819ba" providerId="ADAL" clId="{42DE2687-E682-4AEB-A316-4D9CEAA98386}" dt="2025-10-01T00:50:13.050" v="0" actId="1076"/>
          <ac:spMkLst>
            <pc:docMk/>
            <pc:sldMk cId="4098458984" sldId="310"/>
            <ac:spMk id="6" creationId="{ACD50A77-16BD-8A17-475A-6AB8A6487F82}"/>
          </ac:spMkLst>
        </pc:spChg>
        <pc:spChg chg="mod">
          <ac:chgData name="Vinayak Sharma (Student)" userId="5017081d-1688-4eda-a2f9-bb27e4f819ba" providerId="ADAL" clId="{42DE2687-E682-4AEB-A316-4D9CEAA98386}" dt="2025-10-01T00:50:13.050" v="0" actId="1076"/>
          <ac:spMkLst>
            <pc:docMk/>
            <pc:sldMk cId="4098458984" sldId="310"/>
            <ac:spMk id="10" creationId="{83770E39-2488-1A20-1DC7-9799CE973F2A}"/>
          </ac:spMkLst>
        </pc:spChg>
        <pc:grpChg chg="mod">
          <ac:chgData name="Vinayak Sharma (Student)" userId="5017081d-1688-4eda-a2f9-bb27e4f819ba" providerId="ADAL" clId="{42DE2687-E682-4AEB-A316-4D9CEAA98386}" dt="2025-10-01T00:50:13.050" v="0" actId="1076"/>
          <ac:grpSpMkLst>
            <pc:docMk/>
            <pc:sldMk cId="4098458984" sldId="310"/>
            <ac:grpSpMk id="7" creationId="{7B371B82-55A9-99AF-E1F8-559A72CED4F7}"/>
          </ac:grpSpMkLst>
        </pc:grpChg>
        <pc:grpChg chg="mod">
          <ac:chgData name="Vinayak Sharma (Student)" userId="5017081d-1688-4eda-a2f9-bb27e4f819ba" providerId="ADAL" clId="{42DE2687-E682-4AEB-A316-4D9CEAA98386}" dt="2025-10-01T00:50:13.050" v="0" actId="1076"/>
          <ac:grpSpMkLst>
            <pc:docMk/>
            <pc:sldMk cId="4098458984" sldId="310"/>
            <ac:grpSpMk id="11" creationId="{E28F2E48-EB1E-C625-3C73-EDCEED687264}"/>
          </ac:grpSpMkLst>
        </pc:grpChg>
        <pc:picChg chg="mod">
          <ac:chgData name="Vinayak Sharma (Student)" userId="5017081d-1688-4eda-a2f9-bb27e4f819ba" providerId="ADAL" clId="{42DE2687-E682-4AEB-A316-4D9CEAA98386}" dt="2025-10-01T00:50:13.050" v="0" actId="1076"/>
          <ac:picMkLst>
            <pc:docMk/>
            <pc:sldMk cId="4098458984" sldId="310"/>
            <ac:picMk id="1026" creationId="{E944849C-6181-176E-A945-50B9A61F5DC6}"/>
          </ac:picMkLst>
        </pc:picChg>
      </pc:sldChg>
    </pc:docChg>
  </pc:docChgLst>
  <pc:docChgLst>
    <pc:chgData name="Sahil Panjwani (Student)" userId="S::spanjwa3@sundevils.asu.edu::6cde76ce-7106-415f-ad7c-427866e98722" providerId="AD" clId="Web-{6D09E1D7-E6E5-F0A5-EC28-CF9DED95CFF4}"/>
    <pc:docChg chg="modSld">
      <pc:chgData name="Sahil Panjwani (Student)" userId="S::spanjwa3@sundevils.asu.edu::6cde76ce-7106-415f-ad7c-427866e98722" providerId="AD" clId="Web-{6D09E1D7-E6E5-F0A5-EC28-CF9DED95CFF4}" dt="2025-10-06T21:44:32.809" v="2" actId="1076"/>
      <pc:docMkLst>
        <pc:docMk/>
      </pc:docMkLst>
      <pc:sldChg chg="modSp">
        <pc:chgData name="Sahil Panjwani (Student)" userId="S::spanjwa3@sundevils.asu.edu::6cde76ce-7106-415f-ad7c-427866e98722" providerId="AD" clId="Web-{6D09E1D7-E6E5-F0A5-EC28-CF9DED95CFF4}" dt="2025-10-06T21:44:32.809" v="2" actId="1076"/>
        <pc:sldMkLst>
          <pc:docMk/>
          <pc:sldMk cId="808316423" sldId="311"/>
        </pc:sldMkLst>
        <pc:spChg chg="mod">
          <ac:chgData name="Sahil Panjwani (Student)" userId="S::spanjwa3@sundevils.asu.edu::6cde76ce-7106-415f-ad7c-427866e98722" providerId="AD" clId="Web-{6D09E1D7-E6E5-F0A5-EC28-CF9DED95CFF4}" dt="2025-10-06T21:44:32.809" v="2" actId="1076"/>
          <ac:spMkLst>
            <pc:docMk/>
            <pc:sldMk cId="808316423" sldId="311"/>
            <ac:spMk id="19" creationId="{CB579A69-67AC-019C-9EDA-7F9AAB172579}"/>
          </ac:spMkLst>
        </pc:spChg>
      </pc:sldChg>
      <pc:sldChg chg="modSp">
        <pc:chgData name="Sahil Panjwani (Student)" userId="S::spanjwa3@sundevils.asu.edu::6cde76ce-7106-415f-ad7c-427866e98722" providerId="AD" clId="Web-{6D09E1D7-E6E5-F0A5-EC28-CF9DED95CFF4}" dt="2025-10-06T20:29:20.067" v="1" actId="1076"/>
        <pc:sldMkLst>
          <pc:docMk/>
          <pc:sldMk cId="517849225" sldId="316"/>
        </pc:sldMkLst>
        <pc:spChg chg="mod">
          <ac:chgData name="Sahil Panjwani (Student)" userId="S::spanjwa3@sundevils.asu.edu::6cde76ce-7106-415f-ad7c-427866e98722" providerId="AD" clId="Web-{6D09E1D7-E6E5-F0A5-EC28-CF9DED95CFF4}" dt="2025-10-06T20:29:20.067" v="1" actId="1076"/>
          <ac:spMkLst>
            <pc:docMk/>
            <pc:sldMk cId="517849225" sldId="316"/>
            <ac:spMk id="5" creationId="{D2012F45-C3BB-0D85-592F-DEB63D7C575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1BAE8-242F-4710-8E97-80798FB0D560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56021C0-3692-4245-8B8F-97C8154226AC}">
      <dgm:prSet phldrT="[Text]" custT="1"/>
      <dgm:spPr>
        <a:solidFill>
          <a:srgbClr val="32324C"/>
        </a:solidFill>
        <a:ln>
          <a:noFill/>
        </a:ln>
      </dgm:spPr>
      <dgm:t>
        <a:bodyPr/>
        <a:lstStyle/>
        <a:p>
          <a:r>
            <a:rPr lang="en-IN" sz="1600" b="1" i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Superconducting Qubits</a:t>
          </a:r>
          <a:endParaRPr lang="en-IN" sz="16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C26CFC9-3827-4729-983E-C416248DBE9C}" type="parTrans" cxnId="{6285A500-0D43-41AF-A510-E04AEA26CB55}">
      <dgm:prSet/>
      <dgm:spPr/>
      <dgm:t>
        <a:bodyPr/>
        <a:lstStyle/>
        <a:p>
          <a:endParaRPr lang="en-IN"/>
        </a:p>
      </dgm:t>
    </dgm:pt>
    <dgm:pt modelId="{308F1928-8A61-412F-AE0F-936B19A5D8AE}" type="sibTrans" cxnId="{6285A500-0D43-41AF-A510-E04AEA26CB55}">
      <dgm:prSet/>
      <dgm:spPr/>
      <dgm:t>
        <a:bodyPr/>
        <a:lstStyle/>
        <a:p>
          <a:endParaRPr lang="en-IN"/>
        </a:p>
      </dgm:t>
    </dgm:pt>
    <dgm:pt modelId="{4068835D-F4A7-41F1-8CDA-FC9DFE693E77}">
      <dgm:prSet phldrT="[Text]" custT="1"/>
      <dgm:spPr>
        <a:solidFill>
          <a:srgbClr val="D0D5DB"/>
        </a:solidFill>
        <a:ln>
          <a:noFill/>
        </a:ln>
      </dgm:spPr>
      <dgm:t>
        <a:bodyPr/>
        <a:lstStyle/>
        <a:p>
          <a:r>
            <a:rPr lang="en-IN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T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hey harness the peculiar properties of superconducting materials at extremely low temperatures (near absolute zero) to create and control qubits.</a:t>
          </a:r>
          <a:endParaRPr lang="en-IN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6FEF00FE-2210-42C5-ABF5-4C1809F441C5}" type="parTrans" cxnId="{855D0540-C154-4432-BED9-E3230D34F39B}">
      <dgm:prSet/>
      <dgm:spPr/>
      <dgm:t>
        <a:bodyPr/>
        <a:lstStyle/>
        <a:p>
          <a:endParaRPr lang="en-IN"/>
        </a:p>
      </dgm:t>
    </dgm:pt>
    <dgm:pt modelId="{492EFB55-29A6-4094-B35E-67749E37FD9D}" type="sibTrans" cxnId="{855D0540-C154-4432-BED9-E3230D34F39B}">
      <dgm:prSet/>
      <dgm:spPr/>
      <dgm:t>
        <a:bodyPr/>
        <a:lstStyle/>
        <a:p>
          <a:endParaRPr lang="en-IN"/>
        </a:p>
      </dgm:t>
    </dgm:pt>
    <dgm:pt modelId="{7D7E4640-CA75-4E9E-A8CD-695E302374B5}">
      <dgm:prSet phldrT="[Text]" custT="1"/>
      <dgm:spPr>
        <a:solidFill>
          <a:srgbClr val="32324C"/>
        </a:solidFill>
        <a:ln>
          <a:noFill/>
        </a:ln>
      </dgm:spPr>
      <dgm:t>
        <a:bodyPr/>
        <a:lstStyle/>
        <a:p>
          <a:r>
            <a:rPr lang="en-IN" sz="1600" b="1" i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Trapped Ion Qubits</a:t>
          </a:r>
          <a:endParaRPr lang="en-IN" sz="16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45D8118-422B-4333-A1F7-25102C62B199}" type="parTrans" cxnId="{076C49FA-B42B-478C-AB03-2086883D8841}">
      <dgm:prSet/>
      <dgm:spPr/>
      <dgm:t>
        <a:bodyPr/>
        <a:lstStyle/>
        <a:p>
          <a:endParaRPr lang="en-IN"/>
        </a:p>
      </dgm:t>
    </dgm:pt>
    <dgm:pt modelId="{2AD92657-01F9-4FAC-9795-55D8CBEC23CC}" type="sibTrans" cxnId="{076C49FA-B42B-478C-AB03-2086883D8841}">
      <dgm:prSet/>
      <dgm:spPr/>
      <dgm:t>
        <a:bodyPr/>
        <a:lstStyle/>
        <a:p>
          <a:endParaRPr lang="en-IN"/>
        </a:p>
      </dgm:t>
    </dgm:pt>
    <dgm:pt modelId="{7A273DD2-CD39-4F4C-904E-50BC5CABA987}">
      <dgm:prSet phldrT="[Text]" custT="1"/>
      <dgm:spPr>
        <a:solidFill>
          <a:srgbClr val="D0D5DB"/>
        </a:solidFill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Individual ions are trapped using electromagnetic fields and manipulated by laser light. Highly accurate and have demonstrated long coherence times.</a:t>
          </a:r>
          <a:endParaRPr lang="en-IN" sz="14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FE8856F6-1623-474A-B3BF-796C09798562}" type="parTrans" cxnId="{FD14C5B8-4F32-4AB8-87CF-6180A02A4068}">
      <dgm:prSet/>
      <dgm:spPr/>
      <dgm:t>
        <a:bodyPr/>
        <a:lstStyle/>
        <a:p>
          <a:endParaRPr lang="en-IN"/>
        </a:p>
      </dgm:t>
    </dgm:pt>
    <dgm:pt modelId="{2D85AE23-D68B-4EF9-B44A-EA228B83F517}" type="sibTrans" cxnId="{FD14C5B8-4F32-4AB8-87CF-6180A02A4068}">
      <dgm:prSet/>
      <dgm:spPr/>
      <dgm:t>
        <a:bodyPr/>
        <a:lstStyle/>
        <a:p>
          <a:endParaRPr lang="en-IN"/>
        </a:p>
      </dgm:t>
    </dgm:pt>
    <dgm:pt modelId="{99BE8AA7-72AC-431F-A64A-C1B74DEAB92D}">
      <dgm:prSet phldrT="[Text]" custT="1"/>
      <dgm:spPr>
        <a:solidFill>
          <a:srgbClr val="32324C"/>
        </a:solidFill>
        <a:ln>
          <a:noFill/>
        </a:ln>
      </dgm:spPr>
      <dgm:t>
        <a:bodyPr/>
        <a:lstStyle/>
        <a:p>
          <a:r>
            <a:rPr lang="en-IN" sz="1600" b="1" i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Photonic Qubits</a:t>
          </a:r>
          <a:endParaRPr lang="en-IN" sz="16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E049900A-5C5D-482B-B7F9-1F6FC511AD08}" type="parTrans" cxnId="{0C534203-1981-417B-9507-E6159C44B44E}">
      <dgm:prSet/>
      <dgm:spPr/>
      <dgm:t>
        <a:bodyPr/>
        <a:lstStyle/>
        <a:p>
          <a:endParaRPr lang="en-IN"/>
        </a:p>
      </dgm:t>
    </dgm:pt>
    <dgm:pt modelId="{575E261C-1844-4DDC-8ED5-6EBE9F158F52}" type="sibTrans" cxnId="{0C534203-1981-417B-9507-E6159C44B44E}">
      <dgm:prSet/>
      <dgm:spPr/>
      <dgm:t>
        <a:bodyPr/>
        <a:lstStyle/>
        <a:p>
          <a:endParaRPr lang="en-IN"/>
        </a:p>
      </dgm:t>
    </dgm:pt>
    <dgm:pt modelId="{1340A167-5D85-4DA8-9532-D9FE9958B094}">
      <dgm:prSet phldrT="[Text]" custT="1"/>
      <dgm:spPr>
        <a:solidFill>
          <a:srgbClr val="32324C"/>
        </a:solidFill>
        <a:ln>
          <a:noFill/>
        </a:ln>
      </dgm:spPr>
      <dgm:t>
        <a:bodyPr/>
        <a:lstStyle/>
        <a:p>
          <a:r>
            <a:rPr lang="en-IN" sz="1600" b="1" i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Neutral Atom Qubits</a:t>
          </a:r>
          <a:endParaRPr lang="en-IN" sz="16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ECE46228-122B-45D2-8ED1-22BF1F0F3EFB}" type="parTrans" cxnId="{420BAEAE-AB4F-4A36-B4DE-6220B35A45F2}">
      <dgm:prSet/>
      <dgm:spPr/>
      <dgm:t>
        <a:bodyPr/>
        <a:lstStyle/>
        <a:p>
          <a:endParaRPr lang="en-IN"/>
        </a:p>
      </dgm:t>
    </dgm:pt>
    <dgm:pt modelId="{4E3A4C0B-F105-406A-8512-CD1723D23134}" type="sibTrans" cxnId="{420BAEAE-AB4F-4A36-B4DE-6220B35A45F2}">
      <dgm:prSet/>
      <dgm:spPr/>
      <dgm:t>
        <a:bodyPr/>
        <a:lstStyle/>
        <a:p>
          <a:endParaRPr lang="en-IN"/>
        </a:p>
      </dgm:t>
    </dgm:pt>
    <dgm:pt modelId="{093879F0-8994-4F28-893F-3CAB3731F196}">
      <dgm:prSet phldrT="[Text]" custT="1"/>
      <dgm:spPr>
        <a:solidFill>
          <a:srgbClr val="32324C"/>
        </a:solidFill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Atoms trapped in optical lattices are used as qubits. Scalability is a major advantage, and interactions between atoms can be controlled.</a:t>
          </a:r>
          <a:endParaRPr lang="en-IN" sz="14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F1962319-3D45-457E-B4C0-052D4C35884A}" type="parTrans" cxnId="{8A7AF56E-3EE9-4FC0-AFFC-58697AFE9DF2}">
      <dgm:prSet/>
      <dgm:spPr/>
      <dgm:t>
        <a:bodyPr/>
        <a:lstStyle/>
        <a:p>
          <a:endParaRPr lang="en-IN"/>
        </a:p>
      </dgm:t>
    </dgm:pt>
    <dgm:pt modelId="{B171D9DF-FADD-4507-8631-0CD3128404E6}" type="sibTrans" cxnId="{8A7AF56E-3EE9-4FC0-AFFC-58697AFE9DF2}">
      <dgm:prSet/>
      <dgm:spPr/>
      <dgm:t>
        <a:bodyPr/>
        <a:lstStyle/>
        <a:p>
          <a:endParaRPr lang="en-IN"/>
        </a:p>
      </dgm:t>
    </dgm:pt>
    <dgm:pt modelId="{2ADF112A-99F2-40C7-B7A7-1E1BF680B7C3}">
      <dgm:prSet custT="1"/>
      <dgm:spPr>
        <a:solidFill>
          <a:srgbClr val="D0D5DB">
            <a:alpha val="90000"/>
          </a:srgbClr>
        </a:solidFill>
        <a:ln>
          <a:noFill/>
        </a:ln>
      </dgm:spPr>
      <dgm:t>
        <a:bodyPr/>
        <a:lstStyle/>
        <a:p>
          <a:r>
            <a:rPr lang="en-US" sz="14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 Entangled photons, where the polarization state represents the qubit. Offers potential for </a:t>
          </a:r>
          <a:r>
            <a:rPr lang="en-US" sz="1400" dirty="0">
              <a:ln>
                <a:noFill/>
              </a:ln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long-distance</a:t>
          </a:r>
          <a:r>
            <a:rPr lang="en-US" sz="14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 communication</a:t>
          </a:r>
          <a:endParaRPr lang="en-IN" sz="14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gm:t>
    </dgm:pt>
    <dgm:pt modelId="{FE16E045-D5A5-4126-989C-10DFBBD63D2E}" type="parTrans" cxnId="{7E220862-CCB4-41FC-9745-B52093B87B0A}">
      <dgm:prSet/>
      <dgm:spPr/>
      <dgm:t>
        <a:bodyPr/>
        <a:lstStyle/>
        <a:p>
          <a:endParaRPr lang="en-IN"/>
        </a:p>
      </dgm:t>
    </dgm:pt>
    <dgm:pt modelId="{1180DD1B-66BC-41A0-8E36-EDDC52F8ABEB}" type="sibTrans" cxnId="{7E220862-CCB4-41FC-9745-B52093B87B0A}">
      <dgm:prSet/>
      <dgm:spPr/>
      <dgm:t>
        <a:bodyPr/>
        <a:lstStyle/>
        <a:p>
          <a:endParaRPr lang="en-IN"/>
        </a:p>
      </dgm:t>
    </dgm:pt>
    <dgm:pt modelId="{F47C47B2-89DF-4DFD-AAA4-D80A79BD76D6}" type="pres">
      <dgm:prSet presAssocID="{9EF1BAE8-242F-4710-8E97-80798FB0D560}" presName="Name0" presStyleCnt="0">
        <dgm:presLayoutVars>
          <dgm:dir/>
          <dgm:animLvl val="lvl"/>
          <dgm:resizeHandles val="exact"/>
        </dgm:presLayoutVars>
      </dgm:prSet>
      <dgm:spPr/>
    </dgm:pt>
    <dgm:pt modelId="{90D96916-B90B-4B1F-B49F-87F084651765}" type="pres">
      <dgm:prSet presAssocID="{E56021C0-3692-4245-8B8F-97C8154226AC}" presName="composite" presStyleCnt="0"/>
      <dgm:spPr/>
    </dgm:pt>
    <dgm:pt modelId="{22793EFF-42D3-4A40-9143-DCB91C9D1E9D}" type="pres">
      <dgm:prSet presAssocID="{E56021C0-3692-4245-8B8F-97C8154226A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DBCC58B-D7F4-46DE-8180-ADF14BDF3793}" type="pres">
      <dgm:prSet presAssocID="{E56021C0-3692-4245-8B8F-97C8154226AC}" presName="desTx" presStyleLbl="alignAccFollowNode1" presStyleIdx="0" presStyleCnt="4">
        <dgm:presLayoutVars>
          <dgm:bulletEnabled val="1"/>
        </dgm:presLayoutVars>
      </dgm:prSet>
      <dgm:spPr/>
    </dgm:pt>
    <dgm:pt modelId="{3199A204-F443-46AA-B1D7-9C78B99375DA}" type="pres">
      <dgm:prSet presAssocID="{308F1928-8A61-412F-AE0F-936B19A5D8AE}" presName="space" presStyleCnt="0"/>
      <dgm:spPr/>
    </dgm:pt>
    <dgm:pt modelId="{285FA49B-DB85-4901-B339-549BA38B0D52}" type="pres">
      <dgm:prSet presAssocID="{7D7E4640-CA75-4E9E-A8CD-695E302374B5}" presName="composite" presStyleCnt="0"/>
      <dgm:spPr/>
    </dgm:pt>
    <dgm:pt modelId="{C00BCD41-E00C-4BE7-9537-208F9336B2B4}" type="pres">
      <dgm:prSet presAssocID="{7D7E4640-CA75-4E9E-A8CD-695E302374B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F44A222-8E0B-483D-BE81-6310D6FAA6A1}" type="pres">
      <dgm:prSet presAssocID="{7D7E4640-CA75-4E9E-A8CD-695E302374B5}" presName="desTx" presStyleLbl="alignAccFollowNode1" presStyleIdx="1" presStyleCnt="4">
        <dgm:presLayoutVars>
          <dgm:bulletEnabled val="1"/>
        </dgm:presLayoutVars>
      </dgm:prSet>
      <dgm:spPr/>
    </dgm:pt>
    <dgm:pt modelId="{B889C781-C848-4F10-9F37-317D4A471127}" type="pres">
      <dgm:prSet presAssocID="{2AD92657-01F9-4FAC-9795-55D8CBEC23CC}" presName="space" presStyleCnt="0"/>
      <dgm:spPr/>
    </dgm:pt>
    <dgm:pt modelId="{BAE7A8B6-2430-4D4C-B37A-904748E80F68}" type="pres">
      <dgm:prSet presAssocID="{99BE8AA7-72AC-431F-A64A-C1B74DEAB92D}" presName="composite" presStyleCnt="0"/>
      <dgm:spPr/>
    </dgm:pt>
    <dgm:pt modelId="{F1F3BED8-C3F6-43C6-ACEB-5F2103EBE593}" type="pres">
      <dgm:prSet presAssocID="{99BE8AA7-72AC-431F-A64A-C1B74DEAB92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0E23F3D-16FA-492B-A31E-E28AE9C63F46}" type="pres">
      <dgm:prSet presAssocID="{99BE8AA7-72AC-431F-A64A-C1B74DEAB92D}" presName="desTx" presStyleLbl="alignAccFollowNode1" presStyleIdx="2" presStyleCnt="4">
        <dgm:presLayoutVars>
          <dgm:bulletEnabled val="1"/>
        </dgm:presLayoutVars>
      </dgm:prSet>
      <dgm:spPr/>
    </dgm:pt>
    <dgm:pt modelId="{0D7D0EBB-7211-4D41-AFC3-C1D5F77294A9}" type="pres">
      <dgm:prSet presAssocID="{575E261C-1844-4DDC-8ED5-6EBE9F158F52}" presName="space" presStyleCnt="0"/>
      <dgm:spPr/>
    </dgm:pt>
    <dgm:pt modelId="{0E995353-43EB-4681-ABAB-A85836960C53}" type="pres">
      <dgm:prSet presAssocID="{1340A167-5D85-4DA8-9532-D9FE9958B094}" presName="composite" presStyleCnt="0"/>
      <dgm:spPr/>
    </dgm:pt>
    <dgm:pt modelId="{0351C223-9795-4938-B545-A7A7BCFFFC9F}" type="pres">
      <dgm:prSet presAssocID="{1340A167-5D85-4DA8-9532-D9FE9958B09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C37FDBC-B114-427B-8085-DCE51E1F539D}" type="pres">
      <dgm:prSet presAssocID="{1340A167-5D85-4DA8-9532-D9FE9958B094}" presName="desTx" presStyleLbl="alignAccFollowNode1" presStyleIdx="3" presStyleCnt="4">
        <dgm:presLayoutVars>
          <dgm:bulletEnabled val="1"/>
        </dgm:presLayoutVars>
      </dgm:prSet>
      <dgm:spPr>
        <a:solidFill>
          <a:srgbClr val="D0D5DB"/>
        </a:solidFill>
        <a:ln>
          <a:noFill/>
        </a:ln>
      </dgm:spPr>
    </dgm:pt>
  </dgm:ptLst>
  <dgm:cxnLst>
    <dgm:cxn modelId="{6285A500-0D43-41AF-A510-E04AEA26CB55}" srcId="{9EF1BAE8-242F-4710-8E97-80798FB0D560}" destId="{E56021C0-3692-4245-8B8F-97C8154226AC}" srcOrd="0" destOrd="0" parTransId="{1C26CFC9-3827-4729-983E-C416248DBE9C}" sibTransId="{308F1928-8A61-412F-AE0F-936B19A5D8AE}"/>
    <dgm:cxn modelId="{0C534203-1981-417B-9507-E6159C44B44E}" srcId="{9EF1BAE8-242F-4710-8E97-80798FB0D560}" destId="{99BE8AA7-72AC-431F-A64A-C1B74DEAB92D}" srcOrd="2" destOrd="0" parTransId="{E049900A-5C5D-482B-B7F9-1F6FC511AD08}" sibTransId="{575E261C-1844-4DDC-8ED5-6EBE9F158F52}"/>
    <dgm:cxn modelId="{270A8322-5B7F-4AE6-A389-D147785E2AFA}" type="presOf" srcId="{E56021C0-3692-4245-8B8F-97C8154226AC}" destId="{22793EFF-42D3-4A40-9143-DCB91C9D1E9D}" srcOrd="0" destOrd="0" presId="urn:microsoft.com/office/officeart/2005/8/layout/hList1"/>
    <dgm:cxn modelId="{D5C3FA28-7E63-40C9-A372-1C363D132969}" type="presOf" srcId="{7A273DD2-CD39-4F4C-904E-50BC5CABA987}" destId="{2F44A222-8E0B-483D-BE81-6310D6FAA6A1}" srcOrd="0" destOrd="0" presId="urn:microsoft.com/office/officeart/2005/8/layout/hList1"/>
    <dgm:cxn modelId="{4846982F-0CB1-4F3E-9351-ABF5A2EA9287}" type="presOf" srcId="{9EF1BAE8-242F-4710-8E97-80798FB0D560}" destId="{F47C47B2-89DF-4DFD-AAA4-D80A79BD76D6}" srcOrd="0" destOrd="0" presId="urn:microsoft.com/office/officeart/2005/8/layout/hList1"/>
    <dgm:cxn modelId="{855D0540-C154-4432-BED9-E3230D34F39B}" srcId="{E56021C0-3692-4245-8B8F-97C8154226AC}" destId="{4068835D-F4A7-41F1-8CDA-FC9DFE693E77}" srcOrd="0" destOrd="0" parTransId="{6FEF00FE-2210-42C5-ABF5-4C1809F441C5}" sibTransId="{492EFB55-29A6-4094-B35E-67749E37FD9D}"/>
    <dgm:cxn modelId="{7E220862-CCB4-41FC-9745-B52093B87B0A}" srcId="{99BE8AA7-72AC-431F-A64A-C1B74DEAB92D}" destId="{2ADF112A-99F2-40C7-B7A7-1E1BF680B7C3}" srcOrd="0" destOrd="0" parTransId="{FE16E045-D5A5-4126-989C-10DFBBD63D2E}" sibTransId="{1180DD1B-66BC-41A0-8E36-EDDC52F8ABEB}"/>
    <dgm:cxn modelId="{C4BE6C47-7C7A-45B4-A4F2-98D48B2505BD}" type="presOf" srcId="{7D7E4640-CA75-4E9E-A8CD-695E302374B5}" destId="{C00BCD41-E00C-4BE7-9537-208F9336B2B4}" srcOrd="0" destOrd="0" presId="urn:microsoft.com/office/officeart/2005/8/layout/hList1"/>
    <dgm:cxn modelId="{F3BBE96A-952E-4A66-BA8F-A7A3F2CDF685}" type="presOf" srcId="{093879F0-8994-4F28-893F-3CAB3731F196}" destId="{CC37FDBC-B114-427B-8085-DCE51E1F539D}" srcOrd="0" destOrd="0" presId="urn:microsoft.com/office/officeart/2005/8/layout/hList1"/>
    <dgm:cxn modelId="{8A7AF56E-3EE9-4FC0-AFFC-58697AFE9DF2}" srcId="{1340A167-5D85-4DA8-9532-D9FE9958B094}" destId="{093879F0-8994-4F28-893F-3CAB3731F196}" srcOrd="0" destOrd="0" parTransId="{F1962319-3D45-457E-B4C0-052D4C35884A}" sibTransId="{B171D9DF-FADD-4507-8631-0CD3128404E6}"/>
    <dgm:cxn modelId="{7237EA7D-BAD6-4C0F-81FB-55BD64F51056}" type="presOf" srcId="{2ADF112A-99F2-40C7-B7A7-1E1BF680B7C3}" destId="{D0E23F3D-16FA-492B-A31E-E28AE9C63F46}" srcOrd="0" destOrd="0" presId="urn:microsoft.com/office/officeart/2005/8/layout/hList1"/>
    <dgm:cxn modelId="{8004048D-172F-4434-A337-3AEC5734005D}" type="presOf" srcId="{99BE8AA7-72AC-431F-A64A-C1B74DEAB92D}" destId="{F1F3BED8-C3F6-43C6-ACEB-5F2103EBE593}" srcOrd="0" destOrd="0" presId="urn:microsoft.com/office/officeart/2005/8/layout/hList1"/>
    <dgm:cxn modelId="{420BAEAE-AB4F-4A36-B4DE-6220B35A45F2}" srcId="{9EF1BAE8-242F-4710-8E97-80798FB0D560}" destId="{1340A167-5D85-4DA8-9532-D9FE9958B094}" srcOrd="3" destOrd="0" parTransId="{ECE46228-122B-45D2-8ED1-22BF1F0F3EFB}" sibTransId="{4E3A4C0B-F105-406A-8512-CD1723D23134}"/>
    <dgm:cxn modelId="{FD14C5B8-4F32-4AB8-87CF-6180A02A4068}" srcId="{7D7E4640-CA75-4E9E-A8CD-695E302374B5}" destId="{7A273DD2-CD39-4F4C-904E-50BC5CABA987}" srcOrd="0" destOrd="0" parTransId="{FE8856F6-1623-474A-B3BF-796C09798562}" sibTransId="{2D85AE23-D68B-4EF9-B44A-EA228B83F517}"/>
    <dgm:cxn modelId="{BFA079DC-C2D6-4E98-848C-D99F1B915437}" type="presOf" srcId="{4068835D-F4A7-41F1-8CDA-FC9DFE693E77}" destId="{8DBCC58B-D7F4-46DE-8180-ADF14BDF3793}" srcOrd="0" destOrd="0" presId="urn:microsoft.com/office/officeart/2005/8/layout/hList1"/>
    <dgm:cxn modelId="{5C7C66F3-9DBA-4D47-9F22-6B81C6A05215}" type="presOf" srcId="{1340A167-5D85-4DA8-9532-D9FE9958B094}" destId="{0351C223-9795-4938-B545-A7A7BCFFFC9F}" srcOrd="0" destOrd="0" presId="urn:microsoft.com/office/officeart/2005/8/layout/hList1"/>
    <dgm:cxn modelId="{076C49FA-B42B-478C-AB03-2086883D8841}" srcId="{9EF1BAE8-242F-4710-8E97-80798FB0D560}" destId="{7D7E4640-CA75-4E9E-A8CD-695E302374B5}" srcOrd="1" destOrd="0" parTransId="{045D8118-422B-4333-A1F7-25102C62B199}" sibTransId="{2AD92657-01F9-4FAC-9795-55D8CBEC23CC}"/>
    <dgm:cxn modelId="{E1DF3370-2C4B-48EE-BF8A-20131D708794}" type="presParOf" srcId="{F47C47B2-89DF-4DFD-AAA4-D80A79BD76D6}" destId="{90D96916-B90B-4B1F-B49F-87F084651765}" srcOrd="0" destOrd="0" presId="urn:microsoft.com/office/officeart/2005/8/layout/hList1"/>
    <dgm:cxn modelId="{AB72E97C-9A05-4BFB-A7A1-33799A6B4265}" type="presParOf" srcId="{90D96916-B90B-4B1F-B49F-87F084651765}" destId="{22793EFF-42D3-4A40-9143-DCB91C9D1E9D}" srcOrd="0" destOrd="0" presId="urn:microsoft.com/office/officeart/2005/8/layout/hList1"/>
    <dgm:cxn modelId="{9ED53BE6-34F3-46F0-9578-D5D38B0E27FE}" type="presParOf" srcId="{90D96916-B90B-4B1F-B49F-87F084651765}" destId="{8DBCC58B-D7F4-46DE-8180-ADF14BDF3793}" srcOrd="1" destOrd="0" presId="urn:microsoft.com/office/officeart/2005/8/layout/hList1"/>
    <dgm:cxn modelId="{1F242152-C127-4195-8089-3FC2BFFD612D}" type="presParOf" srcId="{F47C47B2-89DF-4DFD-AAA4-D80A79BD76D6}" destId="{3199A204-F443-46AA-B1D7-9C78B99375DA}" srcOrd="1" destOrd="0" presId="urn:microsoft.com/office/officeart/2005/8/layout/hList1"/>
    <dgm:cxn modelId="{57042827-EF24-4882-9DDE-E231539788E9}" type="presParOf" srcId="{F47C47B2-89DF-4DFD-AAA4-D80A79BD76D6}" destId="{285FA49B-DB85-4901-B339-549BA38B0D52}" srcOrd="2" destOrd="0" presId="urn:microsoft.com/office/officeart/2005/8/layout/hList1"/>
    <dgm:cxn modelId="{6D8118C0-0C7E-4DC4-B15B-93652C204D93}" type="presParOf" srcId="{285FA49B-DB85-4901-B339-549BA38B0D52}" destId="{C00BCD41-E00C-4BE7-9537-208F9336B2B4}" srcOrd="0" destOrd="0" presId="urn:microsoft.com/office/officeart/2005/8/layout/hList1"/>
    <dgm:cxn modelId="{ABE6EAED-037E-46AF-BE4D-3129E6A2A74A}" type="presParOf" srcId="{285FA49B-DB85-4901-B339-549BA38B0D52}" destId="{2F44A222-8E0B-483D-BE81-6310D6FAA6A1}" srcOrd="1" destOrd="0" presId="urn:microsoft.com/office/officeart/2005/8/layout/hList1"/>
    <dgm:cxn modelId="{118A2604-B7AA-4D74-8BD0-0201F533AA3F}" type="presParOf" srcId="{F47C47B2-89DF-4DFD-AAA4-D80A79BD76D6}" destId="{B889C781-C848-4F10-9F37-317D4A471127}" srcOrd="3" destOrd="0" presId="urn:microsoft.com/office/officeart/2005/8/layout/hList1"/>
    <dgm:cxn modelId="{49382C24-8A22-4F71-9CD1-C2F956B5B796}" type="presParOf" srcId="{F47C47B2-89DF-4DFD-AAA4-D80A79BD76D6}" destId="{BAE7A8B6-2430-4D4C-B37A-904748E80F68}" srcOrd="4" destOrd="0" presId="urn:microsoft.com/office/officeart/2005/8/layout/hList1"/>
    <dgm:cxn modelId="{B09C3751-BFC7-4F3F-A626-D90E21125F5A}" type="presParOf" srcId="{BAE7A8B6-2430-4D4C-B37A-904748E80F68}" destId="{F1F3BED8-C3F6-43C6-ACEB-5F2103EBE593}" srcOrd="0" destOrd="0" presId="urn:microsoft.com/office/officeart/2005/8/layout/hList1"/>
    <dgm:cxn modelId="{A59D1F76-F6EA-4A3B-9CCB-6E2A725538C5}" type="presParOf" srcId="{BAE7A8B6-2430-4D4C-B37A-904748E80F68}" destId="{D0E23F3D-16FA-492B-A31E-E28AE9C63F46}" srcOrd="1" destOrd="0" presId="urn:microsoft.com/office/officeart/2005/8/layout/hList1"/>
    <dgm:cxn modelId="{BC19DB44-467D-49FB-9595-CAD39CC2556F}" type="presParOf" srcId="{F47C47B2-89DF-4DFD-AAA4-D80A79BD76D6}" destId="{0D7D0EBB-7211-4D41-AFC3-C1D5F77294A9}" srcOrd="5" destOrd="0" presId="urn:microsoft.com/office/officeart/2005/8/layout/hList1"/>
    <dgm:cxn modelId="{AFE02A78-A43D-4773-B1D9-A5BD5D152E5B}" type="presParOf" srcId="{F47C47B2-89DF-4DFD-AAA4-D80A79BD76D6}" destId="{0E995353-43EB-4681-ABAB-A85836960C53}" srcOrd="6" destOrd="0" presId="urn:microsoft.com/office/officeart/2005/8/layout/hList1"/>
    <dgm:cxn modelId="{6BFE13DF-2360-4827-9A59-53F2AF12FE1C}" type="presParOf" srcId="{0E995353-43EB-4681-ABAB-A85836960C53}" destId="{0351C223-9795-4938-B545-A7A7BCFFFC9F}" srcOrd="0" destOrd="0" presId="urn:microsoft.com/office/officeart/2005/8/layout/hList1"/>
    <dgm:cxn modelId="{977B2EAF-5681-46C1-A59C-09AF84294AC0}" type="presParOf" srcId="{0E995353-43EB-4681-ABAB-A85836960C53}" destId="{CC37FDBC-B114-427B-8085-DCE51E1F53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93EFF-42D3-4A40-9143-DCB91C9D1E9D}">
      <dsp:nvSpPr>
        <dsp:cNvPr id="0" name=""/>
        <dsp:cNvSpPr/>
      </dsp:nvSpPr>
      <dsp:spPr>
        <a:xfrm>
          <a:off x="3026" y="19756"/>
          <a:ext cx="1819989" cy="727995"/>
        </a:xfrm>
        <a:prstGeom prst="rect">
          <a:avLst/>
        </a:prstGeom>
        <a:solidFill>
          <a:srgbClr val="32324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Superconducting Qubits</a:t>
          </a:r>
          <a:endParaRPr lang="en-IN" sz="1600" kern="12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3026" y="19756"/>
        <a:ext cx="1819989" cy="727995"/>
      </dsp:txXfrm>
    </dsp:sp>
    <dsp:sp modelId="{8DBCC58B-D7F4-46DE-8180-ADF14BDF3793}">
      <dsp:nvSpPr>
        <dsp:cNvPr id="0" name=""/>
        <dsp:cNvSpPr/>
      </dsp:nvSpPr>
      <dsp:spPr>
        <a:xfrm>
          <a:off x="3026" y="747752"/>
          <a:ext cx="1819989" cy="1800720"/>
        </a:xfrm>
        <a:prstGeom prst="rect">
          <a:avLst/>
        </a:prstGeom>
        <a:solidFill>
          <a:srgbClr val="D0D5D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T</a:t>
          </a: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hey harness the peculiar properties of superconducting materials at extremely low temperatures (near absolute zero) to create and control qubits.</a:t>
          </a:r>
          <a:endParaRPr lang="en-IN" sz="1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3026" y="747752"/>
        <a:ext cx="1819989" cy="1800720"/>
      </dsp:txXfrm>
    </dsp:sp>
    <dsp:sp modelId="{C00BCD41-E00C-4BE7-9537-208F9336B2B4}">
      <dsp:nvSpPr>
        <dsp:cNvPr id="0" name=""/>
        <dsp:cNvSpPr/>
      </dsp:nvSpPr>
      <dsp:spPr>
        <a:xfrm>
          <a:off x="2077815" y="19756"/>
          <a:ext cx="1819989" cy="727995"/>
        </a:xfrm>
        <a:prstGeom prst="rect">
          <a:avLst/>
        </a:prstGeom>
        <a:solidFill>
          <a:srgbClr val="32324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Trapped Ion Qubits</a:t>
          </a:r>
          <a:endParaRPr lang="en-IN" sz="1600" kern="12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2077815" y="19756"/>
        <a:ext cx="1819989" cy="727995"/>
      </dsp:txXfrm>
    </dsp:sp>
    <dsp:sp modelId="{2F44A222-8E0B-483D-BE81-6310D6FAA6A1}">
      <dsp:nvSpPr>
        <dsp:cNvPr id="0" name=""/>
        <dsp:cNvSpPr/>
      </dsp:nvSpPr>
      <dsp:spPr>
        <a:xfrm>
          <a:off x="2077815" y="747752"/>
          <a:ext cx="1819989" cy="1800720"/>
        </a:xfrm>
        <a:prstGeom prst="rect">
          <a:avLst/>
        </a:prstGeom>
        <a:solidFill>
          <a:srgbClr val="D0D5D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Individual ions are trapped using electromagnetic fields and manipulated by laser light. Highly accurate and have demonstrated long coherence times.</a:t>
          </a:r>
          <a:endParaRPr lang="en-IN" sz="1400" kern="12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2077815" y="747752"/>
        <a:ext cx="1819989" cy="1800720"/>
      </dsp:txXfrm>
    </dsp:sp>
    <dsp:sp modelId="{F1F3BED8-C3F6-43C6-ACEB-5F2103EBE593}">
      <dsp:nvSpPr>
        <dsp:cNvPr id="0" name=""/>
        <dsp:cNvSpPr/>
      </dsp:nvSpPr>
      <dsp:spPr>
        <a:xfrm>
          <a:off x="4152603" y="19756"/>
          <a:ext cx="1819989" cy="727995"/>
        </a:xfrm>
        <a:prstGeom prst="rect">
          <a:avLst/>
        </a:prstGeom>
        <a:solidFill>
          <a:srgbClr val="32324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Photonic Qubits</a:t>
          </a:r>
          <a:endParaRPr lang="en-IN" sz="1600" kern="12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152603" y="19756"/>
        <a:ext cx="1819989" cy="727995"/>
      </dsp:txXfrm>
    </dsp:sp>
    <dsp:sp modelId="{D0E23F3D-16FA-492B-A31E-E28AE9C63F46}">
      <dsp:nvSpPr>
        <dsp:cNvPr id="0" name=""/>
        <dsp:cNvSpPr/>
      </dsp:nvSpPr>
      <dsp:spPr>
        <a:xfrm>
          <a:off x="4152603" y="747752"/>
          <a:ext cx="1819989" cy="1800720"/>
        </a:xfrm>
        <a:prstGeom prst="rect">
          <a:avLst/>
        </a:prstGeom>
        <a:solidFill>
          <a:srgbClr val="D0D5DB">
            <a:alpha val="9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 Entangled photons, where the polarization state represents the qubit. Offers potential for </a:t>
          </a:r>
          <a:r>
            <a:rPr lang="en-US" sz="1400" kern="1200" dirty="0">
              <a:ln>
                <a:noFill/>
              </a:ln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long-distance</a:t>
          </a:r>
          <a:r>
            <a:rPr lang="en-US" sz="1400" kern="1200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rPr>
            <a:t> communication</a:t>
          </a:r>
          <a:endParaRPr lang="en-IN" sz="1400" kern="12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4152603" y="747752"/>
        <a:ext cx="1819989" cy="1800720"/>
      </dsp:txXfrm>
    </dsp:sp>
    <dsp:sp modelId="{0351C223-9795-4938-B545-A7A7BCFFFC9F}">
      <dsp:nvSpPr>
        <dsp:cNvPr id="0" name=""/>
        <dsp:cNvSpPr/>
      </dsp:nvSpPr>
      <dsp:spPr>
        <a:xfrm>
          <a:off x="6227392" y="19756"/>
          <a:ext cx="1819989" cy="727995"/>
        </a:xfrm>
        <a:prstGeom prst="rect">
          <a:avLst/>
        </a:prstGeom>
        <a:solidFill>
          <a:srgbClr val="32324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Neutral Atom Qubits</a:t>
          </a:r>
          <a:endParaRPr lang="en-IN" sz="1600" kern="12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6227392" y="19756"/>
        <a:ext cx="1819989" cy="727995"/>
      </dsp:txXfrm>
    </dsp:sp>
    <dsp:sp modelId="{CC37FDBC-B114-427B-8085-DCE51E1F539D}">
      <dsp:nvSpPr>
        <dsp:cNvPr id="0" name=""/>
        <dsp:cNvSpPr/>
      </dsp:nvSpPr>
      <dsp:spPr>
        <a:xfrm>
          <a:off x="6227392" y="747752"/>
          <a:ext cx="1819989" cy="1800720"/>
        </a:xfrm>
        <a:prstGeom prst="rect">
          <a:avLst/>
        </a:prstGeom>
        <a:solidFill>
          <a:srgbClr val="D0D5DB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Atoms trapped in optical lattices are used as qubits. Scalability is a major advantage, and interactions between atoms can be controlled.</a:t>
          </a:r>
          <a:endParaRPr lang="en-IN" sz="1400" kern="1200" dirty="0">
            <a:latin typeface="Times New Roman" panose="02020603050405020304" pitchFamily="18" charset="0"/>
            <a:ea typeface="Lato" panose="020F0502020204030203" pitchFamily="34" charset="0"/>
            <a:cs typeface="Times New Roman" panose="02020603050405020304" pitchFamily="18" charset="0"/>
          </a:endParaRPr>
        </a:p>
      </dsp:txBody>
      <dsp:txXfrm>
        <a:off x="6227392" y="747752"/>
        <a:ext cx="1819989" cy="1800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CC4C1-DF6E-42E3-83CE-6A0FB2ACB66E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B72-2F1A-47C7-8A05-A2B57C05D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7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B72-2F1A-47C7-8A05-A2B57C05D2D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22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FB4806-956A-F190-7867-C6C8FBA10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1531" y="3408595"/>
            <a:ext cx="5468937" cy="36512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Document Purpose</a:t>
            </a:r>
          </a:p>
        </p:txBody>
      </p:sp>
    </p:spTree>
    <p:extLst>
      <p:ext uri="{BB962C8B-B14F-4D97-AF65-F5344CB8AC3E}">
        <p14:creationId xmlns:p14="http://schemas.microsoft.com/office/powerpoint/2010/main" val="52817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ECD196BE-CB1B-0081-5829-D242385CB6A2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0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8F3214-67D7-FDC4-EB37-11AD2990E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78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91F6163-F002-C45F-A909-19425CAB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21DBFBF-1487-19DB-225C-73313E67432C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7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48BF1-BB48-C9FA-7C4B-0C4C6FB9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D37E96-7158-10E5-254E-50C8474872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14BDCD4-5303-CB65-7817-C1906516F2B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1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4470D9-9DD2-1D37-6166-BE43594B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22881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324A713-81C1-AE86-E4A8-4F59209D1D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33141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2B6B1A8E-A9F0-7F41-CF78-C25879378A1B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53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28CBB-3455-30DC-F811-BADECE110E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9C3C5953-2B5C-3C69-6FCB-A0BE284104B7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05619C-3946-4AF6-B97F-76DB6F93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E14065-9DD1-AAC1-BFD3-D9F51F10B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8158835A-F7B1-ED65-84DD-ABD79DEB5AE6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98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80" y="814564"/>
            <a:ext cx="6172200" cy="53576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6061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09737" y="6356349"/>
            <a:ext cx="477252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6238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EA3F43-F84D-E5D3-6FC2-05E2FA00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14564"/>
            <a:ext cx="3932237" cy="735764"/>
          </a:xfrm>
        </p:spPr>
        <p:txBody>
          <a:bodyPr>
            <a:noAutofit/>
          </a:bodyPr>
          <a:lstStyle>
            <a:lvl1pPr algn="ctr">
              <a:defRPr sz="28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BAD0C13-0140-1DA3-4B70-46733C8FE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1692042"/>
            <a:ext cx="3932237" cy="48442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492D2075-5E37-4CA7-AB5D-F08E36C5144B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4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8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97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FB4806-956A-F190-7867-C6C8FBA10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1531" y="3408595"/>
            <a:ext cx="5468937" cy="36512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Document Purpose</a:t>
            </a:r>
          </a:p>
        </p:txBody>
      </p:sp>
    </p:spTree>
    <p:extLst>
      <p:ext uri="{BB962C8B-B14F-4D97-AF65-F5344CB8AC3E}">
        <p14:creationId xmlns:p14="http://schemas.microsoft.com/office/powerpoint/2010/main" val="267324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F41AA-C9A5-0AA8-ACC2-B672D912EBD8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832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8F3214-67D7-FDC4-EB37-11AD2990E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78"/>
            <a:ext cx="10351168" cy="1151605"/>
          </a:xfrm>
        </p:spPr>
        <p:txBody>
          <a:bodyPr anchor="b"/>
          <a:lstStyle>
            <a:lvl1pPr algn="ctr">
              <a:defRPr sz="600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91F6163-F002-C45F-A909-19425CAB0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55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75362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48BF1-BB48-C9FA-7C4B-0C4C6FB9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D37E96-7158-10E5-254E-50C8474872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2949A801-C76E-9A8A-D610-78C75630975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6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4470D9-9DD2-1D37-6166-BE43594B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-11308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324A713-81C1-AE86-E4A8-4F59209D1D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598952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A36A1-17DF-2373-4346-9B5927209988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02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529" y="0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28CBB-3455-30DC-F811-BADECE110E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610260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3423692-441E-6E9B-AD82-4A4145988933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92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05619C-3946-4AF6-B97F-76DB6F93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E14065-9DD1-AAC1-BFD3-D9F51F10B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B93D2CE-64E8-E72A-0DBD-E318E667E060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90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3380" y="204537"/>
            <a:ext cx="6172200" cy="5967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6061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09737" y="6356349"/>
            <a:ext cx="477252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6238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EA3F43-F84D-E5D3-6FC2-05E2FA00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14564"/>
            <a:ext cx="3932237" cy="735764"/>
          </a:xfrm>
        </p:spPr>
        <p:txBody>
          <a:bodyPr>
            <a:noAutofit/>
          </a:bodyPr>
          <a:lstStyle>
            <a:lvl1pPr algn="ctr">
              <a:defRPr sz="28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BAD0C13-0140-1DA3-4B70-46733C8FE8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1692042"/>
            <a:ext cx="3932237" cy="48442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0521C-382B-3E33-6861-2038E96795FF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033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F89D-943C-F69D-63C0-909287F72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57D4F-04DC-0097-2D9F-815D638A5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779A-F942-BD77-7499-43B4100E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DD828-691F-64B4-503B-AD5B21D6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CB04-51D8-EDEE-ECBA-8F238879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77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432C-C4D0-39AC-3339-1A09C226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72"/>
            <a:ext cx="10515600" cy="793974"/>
          </a:xfrm>
        </p:spPr>
        <p:txBody>
          <a:bodyPr/>
          <a:lstStyle>
            <a:lvl1pPr algn="ctr">
              <a:defRPr b="1">
                <a:solidFill>
                  <a:srgbClr val="8C1D4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579AD-742D-8E36-7FBD-D52F11E9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35F3B-410F-4E50-8EAD-332218DD077F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D03F3-1D3B-FDA4-69E8-CE760A47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448F-0D3E-1B9D-9E0B-E71718C1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16909-A764-4CD8-8602-AA0C014B8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711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B7A71-8A61-4E71-BD67-A27A3D49BCC2}" type="datetime1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54DF6-FE28-4A03-A24C-90C5101531C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F7B32B-E11F-45FF-7FB8-45BC1835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29" y="158844"/>
            <a:ext cx="5692942" cy="735764"/>
          </a:xfrm>
        </p:spPr>
        <p:txBody>
          <a:bodyPr>
            <a:normAutofit/>
          </a:bodyPr>
          <a:lstStyle>
            <a:lvl1pPr algn="ctr">
              <a:defRPr sz="3200">
                <a:latin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E6D52-A89D-6CDE-6A31-0DE3E38DB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9530" y="769104"/>
            <a:ext cx="5692942" cy="3651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Master subtitle style</a:t>
            </a:r>
            <a:endParaRPr lang="en-IN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DAA70E2-BCAD-3045-9E76-C40A568F4C74}"/>
              </a:ext>
            </a:extLst>
          </p:cNvPr>
          <p:cNvSpPr txBox="1">
            <a:spLocks/>
          </p:cNvSpPr>
          <p:nvPr/>
        </p:nvSpPr>
        <p:spPr>
          <a:xfrm>
            <a:off x="11650894" y="6447034"/>
            <a:ext cx="541106" cy="243934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D41A731-DABD-4FE1-9F9A-B1DF5C03B505}" type="slidenum">
              <a:rPr lang="en-IN" sz="1100" smtClean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pPr algn="r"/>
              <a:t>‹#›</a:t>
            </a:fld>
            <a:endParaRPr lang="en-IN" sz="160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16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284122E-A540-3871-71DC-0B72EC5ED2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" y="22881"/>
            <a:ext cx="783104" cy="4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ue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FAC25BFA-1AF7-695F-CC3E-309C52665213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15" y="80002"/>
            <a:ext cx="1154806" cy="364887"/>
          </a:xfrm>
          <a:prstGeom prst="rect">
            <a:avLst/>
          </a:prstGeom>
        </p:spPr>
      </p:pic>
      <p:pic>
        <p:nvPicPr>
          <p:cNvPr id="11" name="Picture 10" descr="A hand making a peace sign&#10;&#10;AI-generated content may be incorrect.">
            <a:extLst>
              <a:ext uri="{FF2B5EF4-FFF2-40B4-BE49-F238E27FC236}">
                <a16:creationId xmlns:a16="http://schemas.microsoft.com/office/drawing/2014/main" id="{CB080D2B-F66D-23B4-6877-3CEE4E434B3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620" y="22882"/>
            <a:ext cx="867890" cy="4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5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7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3EF52-99D7-4279-A426-FDDC63E0ED22}" type="datetime1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54DF6-FE28-4A03-A24C-90C5101531C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65645BC-729D-B165-9AC9-185122E214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" y="22881"/>
            <a:ext cx="783104" cy="4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98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cglink.me/22J/c3860439250413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vinayak19th.me/Blog/posts/bloch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antumClubASU/QML-Lecture-Series/tree/main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cglink.me/22J/c38604392504131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6C339A0-BEB5-E97D-B4DB-F0D8A6405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768" y="2260435"/>
            <a:ext cx="3481319" cy="34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93390A-2B94-A5FC-4C1B-01F0E367B25E}"/>
              </a:ext>
            </a:extLst>
          </p:cNvPr>
          <p:cNvGrpSpPr/>
          <p:nvPr/>
        </p:nvGrpSpPr>
        <p:grpSpPr>
          <a:xfrm>
            <a:off x="2389485" y="2250356"/>
            <a:ext cx="3470295" cy="4152109"/>
            <a:chOff x="2006121" y="2307299"/>
            <a:chExt cx="2751320" cy="327000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DDADAE0-3414-2D85-0EA7-D9AC215421D1}"/>
                </a:ext>
              </a:extLst>
            </p:cNvPr>
            <p:cNvSpPr txBox="1">
              <a:spLocks/>
            </p:cNvSpPr>
            <p:nvPr/>
          </p:nvSpPr>
          <p:spPr>
            <a:xfrm>
              <a:off x="2006121" y="5058619"/>
              <a:ext cx="2751320" cy="518683"/>
            </a:xfrm>
            <a:prstGeom prst="rect">
              <a:avLst/>
            </a:prstGeom>
            <a:solidFill>
              <a:srgbClr val="8C1D40"/>
            </a:solidFill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b="1" kern="1200">
                  <a:solidFill>
                    <a:srgbClr val="8C1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Check in here!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3AA3DC-A5F8-CD4E-6FE4-57E62568CEFC}"/>
                </a:ext>
              </a:extLst>
            </p:cNvPr>
            <p:cNvSpPr/>
            <p:nvPr/>
          </p:nvSpPr>
          <p:spPr>
            <a:xfrm>
              <a:off x="2006121" y="2307299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8F2E48-EB1E-C625-3C73-EDCEED687264}"/>
              </a:ext>
            </a:extLst>
          </p:cNvPr>
          <p:cNvGrpSpPr/>
          <p:nvPr/>
        </p:nvGrpSpPr>
        <p:grpSpPr>
          <a:xfrm>
            <a:off x="6673039" y="2257634"/>
            <a:ext cx="3472106" cy="4124521"/>
            <a:chOff x="7114385" y="2307298"/>
            <a:chExt cx="2752756" cy="32700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B371B82-55A9-99AF-E1F8-559A72CED4F7}"/>
                </a:ext>
              </a:extLst>
            </p:cNvPr>
            <p:cNvGrpSpPr/>
            <p:nvPr/>
          </p:nvGrpSpPr>
          <p:grpSpPr>
            <a:xfrm>
              <a:off x="7114385" y="2307299"/>
              <a:ext cx="2752756" cy="3270003"/>
              <a:chOff x="7114385" y="2307299"/>
              <a:chExt cx="2752756" cy="327000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E944849C-6181-176E-A945-50B9A61F5D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5821" y="2307299"/>
                <a:ext cx="2751320" cy="2751320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ACD50A77-16BD-8A17-475A-6AB8A6487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385" y="5058619"/>
                <a:ext cx="2751320" cy="518683"/>
              </a:xfrm>
              <a:prstGeom prst="rect">
                <a:avLst/>
              </a:prstGeom>
              <a:solidFill>
                <a:srgbClr val="8C1D40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b="1" kern="1200">
                    <a:solidFill>
                      <a:srgbClr val="8C1D4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Join us on SDC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770E39-2488-1A20-1DC7-9799CE973F2A}"/>
                </a:ext>
              </a:extLst>
            </p:cNvPr>
            <p:cNvSpPr/>
            <p:nvPr/>
          </p:nvSpPr>
          <p:spPr>
            <a:xfrm>
              <a:off x="7114385" y="2307298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7075B28-7760-1C3A-BFEF-56121FAE8F45}"/>
              </a:ext>
            </a:extLst>
          </p:cNvPr>
          <p:cNvSpPr>
            <a:spLocks noGrp="1"/>
          </p:cNvSpPr>
          <p:nvPr/>
        </p:nvSpPr>
        <p:spPr>
          <a:xfrm>
            <a:off x="1360714" y="246927"/>
            <a:ext cx="9144000" cy="10424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QML Lecture Series - 2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3D4F04-03DB-8325-F8C9-9B3196CF4A90}"/>
              </a:ext>
            </a:extLst>
          </p:cNvPr>
          <p:cNvSpPr>
            <a:spLocks noGrp="1"/>
          </p:cNvSpPr>
          <p:nvPr/>
        </p:nvSpPr>
        <p:spPr>
          <a:xfrm>
            <a:off x="1360714" y="1222756"/>
            <a:ext cx="9144000" cy="466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 to Quantum Machine Learning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A4D9D1-4B14-77FB-8DBE-F61D58D608F9}"/>
              </a:ext>
            </a:extLst>
          </p:cNvPr>
          <p:cNvSpPr txBox="1"/>
          <p:nvPr/>
        </p:nvSpPr>
        <p:spPr>
          <a:xfrm rot="16200000">
            <a:off x="199708" y="4216763"/>
            <a:ext cx="40328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4"/>
              </a:rPr>
              <a:t>https://cglink.me/22J/c38604392504131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9845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30A1-6D1F-C755-A81B-99E8AC9C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10"/>
            <a:ext cx="10515600" cy="815975"/>
          </a:xfrm>
        </p:spPr>
        <p:txBody>
          <a:bodyPr/>
          <a:lstStyle/>
          <a:p>
            <a:pPr algn="ctr"/>
            <a:r>
              <a:rPr lang="en-US" dirty="0"/>
              <a:t>Presenter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8E2682-D195-A6BA-F916-74BBA0005D49}"/>
              </a:ext>
            </a:extLst>
          </p:cNvPr>
          <p:cNvSpPr>
            <a:spLocks noGrp="1"/>
          </p:cNvSpPr>
          <p:nvPr/>
        </p:nvSpPr>
        <p:spPr>
          <a:xfrm>
            <a:off x="4259580" y="4396740"/>
            <a:ext cx="3672840" cy="674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8C1D4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Vinayak Sharma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454A034-3D31-16BB-CE71-BA368BFFC5D9}"/>
              </a:ext>
            </a:extLst>
          </p:cNvPr>
          <p:cNvSpPr txBox="1">
            <a:spLocks/>
          </p:cNvSpPr>
          <p:nvPr/>
        </p:nvSpPr>
        <p:spPr>
          <a:xfrm>
            <a:off x="3935730" y="4912995"/>
            <a:ext cx="4320540" cy="674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8C1D40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PhD Student, </a:t>
            </a:r>
            <a:r>
              <a:rPr lang="en-US" sz="20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MPS Lab</a:t>
            </a:r>
            <a:endParaRPr lang="en-US" sz="16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School of Computing and Augmented Intelligence,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4C5601-5ABB-6ECC-A3E1-9EA62170DA9F}"/>
              </a:ext>
            </a:extLst>
          </p:cNvPr>
          <p:cNvSpPr/>
          <p:nvPr/>
        </p:nvSpPr>
        <p:spPr>
          <a:xfrm>
            <a:off x="5326380" y="1242060"/>
            <a:ext cx="1539240" cy="243840"/>
          </a:xfrm>
          <a:prstGeom prst="roundRect">
            <a:avLst>
              <a:gd name="adj" fmla="val 50000"/>
            </a:avLst>
          </a:prstGeom>
          <a:solidFill>
            <a:srgbClr val="8C1D4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Secretary</a:t>
            </a:r>
            <a:endParaRPr lang="en-IN" sz="1600" dirty="0">
              <a:latin typeface="Arial"/>
              <a:cs typeface="Arial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618A43-FBAF-626B-E36C-BBFD2A03FC6B}"/>
              </a:ext>
            </a:extLst>
          </p:cNvPr>
          <p:cNvSpPr/>
          <p:nvPr/>
        </p:nvSpPr>
        <p:spPr>
          <a:xfrm>
            <a:off x="9090660" y="3607030"/>
            <a:ext cx="2346960" cy="233657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123" r="-2769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C4743E-8242-AEC2-77E0-92665819BD97}"/>
              </a:ext>
            </a:extLst>
          </p:cNvPr>
          <p:cNvSpPr/>
          <p:nvPr/>
        </p:nvSpPr>
        <p:spPr>
          <a:xfrm>
            <a:off x="8564880" y="1050882"/>
            <a:ext cx="3177540" cy="178308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22650" b="-8391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209306-FC7C-9BA3-1103-17930F07EA13}"/>
              </a:ext>
            </a:extLst>
          </p:cNvPr>
          <p:cNvGrpSpPr/>
          <p:nvPr/>
        </p:nvGrpSpPr>
        <p:grpSpPr>
          <a:xfrm rot="19800000">
            <a:off x="6926223" y="844903"/>
            <a:ext cx="1612066" cy="1503944"/>
            <a:chOff x="772276" y="1663185"/>
            <a:chExt cx="1612066" cy="15039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9AE0C71-029E-7E4B-841C-49A991E0E747}"/>
                </a:ext>
              </a:extLst>
            </p:cNvPr>
            <p:cNvSpPr/>
            <p:nvPr/>
          </p:nvSpPr>
          <p:spPr>
            <a:xfrm>
              <a:off x="1811374" y="1905973"/>
              <a:ext cx="175003" cy="1750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699A515-112C-A3C1-E8CC-C50E5E1FF5B8}"/>
                </a:ext>
              </a:extLst>
            </p:cNvPr>
            <p:cNvCxnSpPr>
              <a:cxnSpLocks/>
              <a:stCxn id="4" idx="7"/>
              <a:endCxn id="26" idx="2"/>
            </p:cNvCxnSpPr>
            <p:nvPr/>
          </p:nvCxnSpPr>
          <p:spPr>
            <a:xfrm rot="1800000" flipV="1">
              <a:off x="987831" y="1772807"/>
              <a:ext cx="641223" cy="901097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9C72AE-FFFA-DA01-068E-06BACC87ABFF}"/>
                </a:ext>
              </a:extLst>
            </p:cNvPr>
            <p:cNvCxnSpPr>
              <a:cxnSpLocks/>
              <a:stCxn id="26" idx="5"/>
              <a:endCxn id="18" idx="1"/>
            </p:cNvCxnSpPr>
            <p:nvPr/>
          </p:nvCxnSpPr>
          <p:spPr>
            <a:xfrm rot="1800000">
              <a:off x="1703014" y="2168848"/>
              <a:ext cx="681328" cy="848376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1474AC5-D061-4FDD-BCF6-F835403BA5E0}"/>
                </a:ext>
              </a:extLst>
            </p:cNvPr>
            <p:cNvGrpSpPr/>
            <p:nvPr/>
          </p:nvGrpSpPr>
          <p:grpSpPr>
            <a:xfrm>
              <a:off x="772276" y="1663185"/>
              <a:ext cx="1434212" cy="1503944"/>
              <a:chOff x="-1803828" y="-2434990"/>
              <a:chExt cx="1434212" cy="150394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042F774-03DC-A201-2BBA-F008CFFE77FD}"/>
                  </a:ext>
                </a:extLst>
              </p:cNvPr>
              <p:cNvCxnSpPr>
                <a:cxnSpLocks/>
                <a:stCxn id="31" idx="5"/>
                <a:endCxn id="26" idx="1"/>
              </p:cNvCxnSpPr>
              <p:nvPr/>
            </p:nvCxnSpPr>
            <p:spPr>
              <a:xfrm rot="1800000">
                <a:off x="-907547" y="-2294047"/>
                <a:ext cx="202602" cy="82340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59E62AE-C12E-6C9B-59F7-D31FCC1F7800}"/>
                  </a:ext>
                </a:extLst>
              </p:cNvPr>
              <p:cNvSpPr/>
              <p:nvPr/>
            </p:nvSpPr>
            <p:spPr>
              <a:xfrm>
                <a:off x="-969198" y="-2434990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5D97268-6B26-7697-A733-81D6ABC8E1FD}"/>
                  </a:ext>
                </a:extLst>
              </p:cNvPr>
              <p:cNvCxnSpPr>
                <a:cxnSpLocks/>
                <a:stCxn id="33" idx="3"/>
                <a:endCxn id="26" idx="7"/>
              </p:cNvCxnSpPr>
              <p:nvPr/>
            </p:nvCxnSpPr>
            <p:spPr>
              <a:xfrm rot="1800000" flipH="1">
                <a:off x="-593482" y="-2248210"/>
                <a:ext cx="47347" cy="100185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3233F57-CCE3-3CFA-C487-A598420DA0E2}"/>
                  </a:ext>
                </a:extLst>
              </p:cNvPr>
              <p:cNvSpPr/>
              <p:nvPr/>
            </p:nvSpPr>
            <p:spPr>
              <a:xfrm>
                <a:off x="-540698" y="-2325470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>
                  <a:solidFill>
                    <a:srgbClr val="8C1D40"/>
                  </a:solidFill>
                </a:endParaRPr>
              </a:p>
            </p:txBody>
          </p:sp>
          <p:sp>
            <p:nvSpPr>
              <p:cNvPr id="3106" name="Oval 3105">
                <a:extLst>
                  <a:ext uri="{FF2B5EF4-FFF2-40B4-BE49-F238E27FC236}">
                    <a16:creationId xmlns:a16="http://schemas.microsoft.com/office/drawing/2014/main" id="{19BC41C4-C8AC-1BAB-BF0F-06C97B032ACA}"/>
                  </a:ext>
                </a:extLst>
              </p:cNvPr>
              <p:cNvSpPr/>
              <p:nvPr/>
            </p:nvSpPr>
            <p:spPr>
              <a:xfrm>
                <a:off x="-1803828" y="-1708131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>
                  <a:solidFill>
                    <a:srgbClr val="8C1D40"/>
                  </a:solidFill>
                </a:endParaRPr>
              </a:p>
            </p:txBody>
          </p:sp>
          <p:sp>
            <p:nvSpPr>
              <p:cNvPr id="3107" name="Oval 3106">
                <a:extLst>
                  <a:ext uri="{FF2B5EF4-FFF2-40B4-BE49-F238E27FC236}">
                    <a16:creationId xmlns:a16="http://schemas.microsoft.com/office/drawing/2014/main" id="{8CA13ADD-37F9-7299-2652-CE027415F199}"/>
                  </a:ext>
                </a:extLst>
              </p:cNvPr>
              <p:cNvSpPr/>
              <p:nvPr/>
            </p:nvSpPr>
            <p:spPr>
              <a:xfrm>
                <a:off x="-481862" y="-1043292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A14839-9579-55F9-2D86-4DD927D96B80}"/>
              </a:ext>
            </a:extLst>
          </p:cNvPr>
          <p:cNvGrpSpPr/>
          <p:nvPr/>
        </p:nvGrpSpPr>
        <p:grpSpPr>
          <a:xfrm rot="900000">
            <a:off x="7270918" y="3117713"/>
            <a:ext cx="2087380" cy="1517473"/>
            <a:chOff x="1063670" y="1651375"/>
            <a:chExt cx="2087380" cy="1517473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D605971-9E6E-F491-16DD-8051F40CC6AC}"/>
                </a:ext>
              </a:extLst>
            </p:cNvPr>
            <p:cNvSpPr/>
            <p:nvPr/>
          </p:nvSpPr>
          <p:spPr>
            <a:xfrm>
              <a:off x="2100431" y="1911149"/>
              <a:ext cx="175003" cy="1750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BFB501-F278-6C69-940D-82A1FEE75A04}"/>
                </a:ext>
              </a:extLst>
            </p:cNvPr>
            <p:cNvCxnSpPr>
              <a:cxnSpLocks/>
              <a:stCxn id="4" idx="6"/>
              <a:endCxn id="61" idx="2"/>
            </p:cNvCxnSpPr>
            <p:nvPr/>
          </p:nvCxnSpPr>
          <p:spPr>
            <a:xfrm rot="20700000">
              <a:off x="1130762" y="1651375"/>
              <a:ext cx="923949" cy="474936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A95F604-5757-BB7A-3D9D-5E28540072AD}"/>
                </a:ext>
              </a:extLst>
            </p:cNvPr>
            <p:cNvCxnSpPr>
              <a:cxnSpLocks/>
              <a:stCxn id="61" idx="5"/>
              <a:endCxn id="17" idx="1"/>
            </p:cNvCxnSpPr>
            <p:nvPr/>
          </p:nvCxnSpPr>
          <p:spPr>
            <a:xfrm rot="20700000">
              <a:off x="2395719" y="1969171"/>
              <a:ext cx="547980" cy="1199677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1F9390F-F46B-BC0A-8ADE-D801CD164387}"/>
                </a:ext>
              </a:extLst>
            </p:cNvPr>
            <p:cNvGrpSpPr/>
            <p:nvPr/>
          </p:nvGrpSpPr>
          <p:grpSpPr>
            <a:xfrm>
              <a:off x="1063670" y="1668359"/>
              <a:ext cx="2087380" cy="1426209"/>
              <a:chOff x="-1512434" y="-2429816"/>
              <a:chExt cx="2087380" cy="1426209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761978F-19CE-6442-BA94-9500D24535F4}"/>
                  </a:ext>
                </a:extLst>
              </p:cNvPr>
              <p:cNvCxnSpPr>
                <a:cxnSpLocks/>
                <a:stCxn id="66" idx="5"/>
                <a:endCxn id="61" idx="1"/>
              </p:cNvCxnSpPr>
              <p:nvPr/>
            </p:nvCxnSpPr>
            <p:spPr>
              <a:xfrm rot="1800000">
                <a:off x="-618490" y="-2288873"/>
                <a:ext cx="202601" cy="82340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EA1188D-2378-A1D6-CD7D-F5EAD9928102}"/>
                  </a:ext>
                </a:extLst>
              </p:cNvPr>
              <p:cNvSpPr/>
              <p:nvPr/>
            </p:nvSpPr>
            <p:spPr>
              <a:xfrm>
                <a:off x="-680140" y="-2429816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B59098C-F0ED-D340-1768-7C5ADCC736A3}"/>
                  </a:ext>
                </a:extLst>
              </p:cNvPr>
              <p:cNvCxnSpPr>
                <a:cxnSpLocks/>
                <a:stCxn id="68" idx="3"/>
                <a:endCxn id="61" idx="7"/>
              </p:cNvCxnSpPr>
              <p:nvPr/>
            </p:nvCxnSpPr>
            <p:spPr>
              <a:xfrm flipH="1">
                <a:off x="-321088" y="-2180852"/>
                <a:ext cx="136592" cy="57449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76C37CD-DDB3-60FB-F53E-0F0D0272DE78}"/>
                  </a:ext>
                </a:extLst>
              </p:cNvPr>
              <p:cNvSpPr/>
              <p:nvPr/>
            </p:nvSpPr>
            <p:spPr>
              <a:xfrm>
                <a:off x="-195720" y="-2238662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sp>
            <p:nvSpPr>
              <p:cNvPr id="3108" name="Oval 3107">
                <a:extLst>
                  <a:ext uri="{FF2B5EF4-FFF2-40B4-BE49-F238E27FC236}">
                    <a16:creationId xmlns:a16="http://schemas.microsoft.com/office/drawing/2014/main" id="{1421FAF0-ABC1-E2D8-3B24-A73B473DF083}"/>
                  </a:ext>
                </a:extLst>
              </p:cNvPr>
              <p:cNvSpPr/>
              <p:nvPr/>
            </p:nvSpPr>
            <p:spPr>
              <a:xfrm>
                <a:off x="462700" y="-1115853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sp>
            <p:nvSpPr>
              <p:cNvPr id="3109" name="Oval 3108">
                <a:extLst>
                  <a:ext uri="{FF2B5EF4-FFF2-40B4-BE49-F238E27FC236}">
                    <a16:creationId xmlns:a16="http://schemas.microsoft.com/office/drawing/2014/main" id="{FD7B1525-68AF-4FA6-AF70-2BE902A9D773}"/>
                  </a:ext>
                </a:extLst>
              </p:cNvPr>
              <p:cNvSpPr/>
              <p:nvPr/>
            </p:nvSpPr>
            <p:spPr>
              <a:xfrm>
                <a:off x="-1512434" y="-2384573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48D02BC-6E8F-9DE8-8FFA-037E3553A0FD}"/>
              </a:ext>
            </a:extLst>
          </p:cNvPr>
          <p:cNvSpPr txBox="1"/>
          <p:nvPr/>
        </p:nvSpPr>
        <p:spPr>
          <a:xfrm>
            <a:off x="9326880" y="5974994"/>
            <a:ext cx="20269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ysClr val="windowText" lastClr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NIT </a:t>
            </a:r>
            <a:r>
              <a:rPr lang="en-US" sz="1800" dirty="0">
                <a:solidFill>
                  <a:sysClr val="windowText" lastClr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Rourkela,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ea typeface="Lato Medium" panose="020F0502020204030203" pitchFamily="34" charset="0"/>
                <a:cs typeface="Lato Medium" panose="020F0502020204030203" pitchFamily="34" charset="0"/>
              </a:rPr>
              <a:t>Guest Speaker, 2024</a:t>
            </a:r>
            <a:endParaRPr lang="en-IN" sz="1600" dirty="0">
              <a:solidFill>
                <a:sysClr val="windowText" lastClr="000000"/>
              </a:solidFill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88CBDE-126D-DA55-7493-E0D36D680811}"/>
              </a:ext>
            </a:extLst>
          </p:cNvPr>
          <p:cNvSpPr txBox="1"/>
          <p:nvPr/>
        </p:nvSpPr>
        <p:spPr>
          <a:xfrm>
            <a:off x="9140190" y="2797480"/>
            <a:ext cx="20269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ysClr val="windowText" lastClr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VLSI </a:t>
            </a:r>
            <a:r>
              <a:rPr lang="en-US" sz="1800" dirty="0">
                <a:solidFill>
                  <a:sysClr val="windowText" lastClr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Conference,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ea typeface="Lato Medium" panose="020F0502020204030203" pitchFamily="34" charset="0"/>
                <a:cs typeface="Lato Medium" panose="020F0502020204030203" pitchFamily="34" charset="0"/>
              </a:rPr>
              <a:t>Guest Speaker, 2024</a:t>
            </a:r>
            <a:endParaRPr lang="en-IN" sz="1600" dirty="0">
              <a:solidFill>
                <a:sysClr val="windowText" lastClr="000000"/>
              </a:solidFill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1A3825-F9B7-2ACF-6622-8B7CED0B88FE}"/>
              </a:ext>
            </a:extLst>
          </p:cNvPr>
          <p:cNvSpPr txBox="1"/>
          <p:nvPr/>
        </p:nvSpPr>
        <p:spPr>
          <a:xfrm>
            <a:off x="1413998" y="1811936"/>
            <a:ext cx="1182533" cy="408623"/>
          </a:xfrm>
          <a:prstGeom prst="roundRect">
            <a:avLst/>
          </a:prstGeom>
          <a:solidFill>
            <a:srgbClr val="05225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CSE </a:t>
            </a:r>
            <a:r>
              <a:rPr lang="en-US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598</a:t>
            </a:r>
            <a:endParaRPr lang="en-US" sz="18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70446E5-8A10-5778-15F8-62D4B77B5DF6}"/>
              </a:ext>
            </a:extLst>
          </p:cNvPr>
          <p:cNvSpPr txBox="1"/>
          <p:nvPr/>
        </p:nvSpPr>
        <p:spPr>
          <a:xfrm>
            <a:off x="1153552" y="2299268"/>
            <a:ext cx="17034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Spring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Fall 2023</a:t>
            </a:r>
            <a:endParaRPr lang="en-US" sz="18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8C9EF37-37D0-7107-B84E-6E137FDA3695}"/>
              </a:ext>
            </a:extLst>
          </p:cNvPr>
          <p:cNvGrpSpPr/>
          <p:nvPr/>
        </p:nvGrpSpPr>
        <p:grpSpPr>
          <a:xfrm rot="19800000">
            <a:off x="2650479" y="1120050"/>
            <a:ext cx="2449687" cy="1541166"/>
            <a:chOff x="305646" y="2087915"/>
            <a:chExt cx="2449687" cy="154116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782BA01-4618-1CDE-254F-C6D09BA1C9AD}"/>
                </a:ext>
              </a:extLst>
            </p:cNvPr>
            <p:cNvSpPr/>
            <p:nvPr/>
          </p:nvSpPr>
          <p:spPr>
            <a:xfrm>
              <a:off x="1525941" y="2330703"/>
              <a:ext cx="175003" cy="1750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44F4017-5106-7054-3768-03009E266488}"/>
                </a:ext>
              </a:extLst>
            </p:cNvPr>
            <p:cNvCxnSpPr>
              <a:cxnSpLocks/>
              <a:stCxn id="99" idx="3"/>
              <a:endCxn id="103" idx="2"/>
            </p:cNvCxnSpPr>
            <p:nvPr/>
          </p:nvCxnSpPr>
          <p:spPr>
            <a:xfrm rot="1800000" flipV="1">
              <a:off x="415726" y="2120724"/>
              <a:ext cx="1054705" cy="504645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8CD7C3B-C046-DA63-720D-2BE890930939}"/>
                </a:ext>
              </a:extLst>
            </p:cNvPr>
            <p:cNvCxnSpPr>
              <a:cxnSpLocks/>
              <a:stCxn id="103" idx="5"/>
              <a:endCxn id="4" idx="1"/>
            </p:cNvCxnSpPr>
            <p:nvPr/>
          </p:nvCxnSpPr>
          <p:spPr>
            <a:xfrm rot="1800000">
              <a:off x="1456899" y="2769466"/>
              <a:ext cx="1298434" cy="525751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4BD75DB5-243C-1BE3-FBD3-32D0B9053ABC}"/>
                </a:ext>
              </a:extLst>
            </p:cNvPr>
            <p:cNvGrpSpPr/>
            <p:nvPr/>
          </p:nvGrpSpPr>
          <p:grpSpPr>
            <a:xfrm>
              <a:off x="305646" y="2087915"/>
              <a:ext cx="2267221" cy="1541166"/>
              <a:chOff x="-2270458" y="-2010260"/>
              <a:chExt cx="2267221" cy="1541166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C6FB47CD-13D1-28BA-BD84-39D3C950179C}"/>
                  </a:ext>
                </a:extLst>
              </p:cNvPr>
              <p:cNvCxnSpPr>
                <a:cxnSpLocks/>
                <a:stCxn id="108" idx="5"/>
                <a:endCxn id="103" idx="1"/>
              </p:cNvCxnSpPr>
              <p:nvPr/>
            </p:nvCxnSpPr>
            <p:spPr>
              <a:xfrm rot="1800000">
                <a:off x="-1192980" y="-1869317"/>
                <a:ext cx="202602" cy="82340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F3362CFF-E4FB-D520-586B-B8BF3D462681}"/>
                  </a:ext>
                </a:extLst>
              </p:cNvPr>
              <p:cNvSpPr/>
              <p:nvPr/>
            </p:nvSpPr>
            <p:spPr>
              <a:xfrm>
                <a:off x="-1254631" y="-2010260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D039FE6-AE66-4895-3FAB-F3B617F03F47}"/>
                  </a:ext>
                </a:extLst>
              </p:cNvPr>
              <p:cNvCxnSpPr>
                <a:cxnSpLocks/>
                <a:stCxn id="110" idx="3"/>
                <a:endCxn id="103" idx="7"/>
              </p:cNvCxnSpPr>
              <p:nvPr/>
            </p:nvCxnSpPr>
            <p:spPr>
              <a:xfrm rot="1800000" flipH="1">
                <a:off x="-878914" y="-1823481"/>
                <a:ext cx="47346" cy="100185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67896A57-3987-646D-60B4-2E48D4C46F6C}"/>
                  </a:ext>
                </a:extLst>
              </p:cNvPr>
              <p:cNvSpPr/>
              <p:nvPr/>
            </p:nvSpPr>
            <p:spPr>
              <a:xfrm>
                <a:off x="-826131" y="-1900741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>
                  <a:solidFill>
                    <a:srgbClr val="8C1D40"/>
                  </a:solidFill>
                </a:endParaRPr>
              </a:p>
            </p:txBody>
          </p:sp>
          <p:sp>
            <p:nvSpPr>
              <p:cNvPr id="3091" name="Oval 3090">
                <a:extLst>
                  <a:ext uri="{FF2B5EF4-FFF2-40B4-BE49-F238E27FC236}">
                    <a16:creationId xmlns:a16="http://schemas.microsoft.com/office/drawing/2014/main" id="{AFFBEC52-E114-4524-E2F8-ABF64FDB4778}"/>
                  </a:ext>
                </a:extLst>
              </p:cNvPr>
              <p:cNvSpPr/>
              <p:nvPr/>
            </p:nvSpPr>
            <p:spPr>
              <a:xfrm>
                <a:off x="-2270458" y="-1810763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sp>
            <p:nvSpPr>
              <p:cNvPr id="3093" name="Oval 3092">
                <a:extLst>
                  <a:ext uri="{FF2B5EF4-FFF2-40B4-BE49-F238E27FC236}">
                    <a16:creationId xmlns:a16="http://schemas.microsoft.com/office/drawing/2014/main" id="{7E2AE4BE-85FE-F162-704A-5EA03EFAEDF1}"/>
                  </a:ext>
                </a:extLst>
              </p:cNvPr>
              <p:cNvSpPr/>
              <p:nvPr/>
            </p:nvSpPr>
            <p:spPr>
              <a:xfrm>
                <a:off x="-115483" y="-581340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</p:grpSp>
      </p:grp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35D8B34B-6CA0-23E3-6C4C-0F88554ACBB7}"/>
              </a:ext>
            </a:extLst>
          </p:cNvPr>
          <p:cNvSpPr/>
          <p:nvPr/>
        </p:nvSpPr>
        <p:spPr>
          <a:xfrm>
            <a:off x="415724" y="4912995"/>
            <a:ext cx="2893294" cy="1181919"/>
          </a:xfrm>
          <a:prstGeom prst="roundRect">
            <a:avLst>
              <a:gd name="adj" fmla="val 623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108000" rIns="108000" bIns="108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Research Interests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Quantum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Representation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ML for Science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7B0E00D-20AB-8ACE-1921-8F47F0DB4EC2}"/>
              </a:ext>
            </a:extLst>
          </p:cNvPr>
          <p:cNvGrpSpPr/>
          <p:nvPr/>
        </p:nvGrpSpPr>
        <p:grpSpPr>
          <a:xfrm rot="6300000">
            <a:off x="2540800" y="3722028"/>
            <a:ext cx="2824443" cy="1026781"/>
            <a:chOff x="308336" y="1448502"/>
            <a:chExt cx="2824443" cy="1026781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2F87BD4-C1AA-3ED0-BD79-B1D3095DA93C}"/>
                </a:ext>
              </a:extLst>
            </p:cNvPr>
            <p:cNvSpPr/>
            <p:nvPr/>
          </p:nvSpPr>
          <p:spPr>
            <a:xfrm>
              <a:off x="1253892" y="2015653"/>
              <a:ext cx="175003" cy="1750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4935CD8-04B0-AB41-5011-7ED7DC34A885}"/>
                </a:ext>
              </a:extLst>
            </p:cNvPr>
            <p:cNvCxnSpPr>
              <a:cxnSpLocks/>
              <a:stCxn id="4" idx="2"/>
              <a:endCxn id="125" idx="2"/>
            </p:cNvCxnSpPr>
            <p:nvPr/>
          </p:nvCxnSpPr>
          <p:spPr>
            <a:xfrm rot="15300000" flipH="1">
              <a:off x="412704" y="1457689"/>
              <a:ext cx="764188" cy="745814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5315170-EA11-78C8-1A23-D0970CA5FC15}"/>
                </a:ext>
              </a:extLst>
            </p:cNvPr>
            <p:cNvCxnSpPr>
              <a:cxnSpLocks/>
              <a:stCxn id="125" idx="5"/>
              <a:endCxn id="123" idx="3"/>
            </p:cNvCxnSpPr>
            <p:nvPr/>
          </p:nvCxnSpPr>
          <p:spPr>
            <a:xfrm rot="15300000" flipH="1">
              <a:off x="1992953" y="1396533"/>
              <a:ext cx="529909" cy="1627591"/>
            </a:xfrm>
            <a:prstGeom prst="line">
              <a:avLst/>
            </a:prstGeom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072" name="Group 3071">
              <a:extLst>
                <a:ext uri="{FF2B5EF4-FFF2-40B4-BE49-F238E27FC236}">
                  <a16:creationId xmlns:a16="http://schemas.microsoft.com/office/drawing/2014/main" id="{F420FA93-3625-2DBF-60BB-A1184216992C}"/>
                </a:ext>
              </a:extLst>
            </p:cNvPr>
            <p:cNvGrpSpPr/>
            <p:nvPr/>
          </p:nvGrpSpPr>
          <p:grpSpPr>
            <a:xfrm>
              <a:off x="308336" y="1528267"/>
              <a:ext cx="2824443" cy="923442"/>
              <a:chOff x="-2267768" y="-2569908"/>
              <a:chExt cx="2824443" cy="923442"/>
            </a:xfrm>
          </p:grpSpPr>
          <p:cxnSp>
            <p:nvCxnSpPr>
              <p:cNvPr id="3073" name="Straight Connector 3072">
                <a:extLst>
                  <a:ext uri="{FF2B5EF4-FFF2-40B4-BE49-F238E27FC236}">
                    <a16:creationId xmlns:a16="http://schemas.microsoft.com/office/drawing/2014/main" id="{02124EEB-55FD-8643-136E-4CC63168493C}"/>
                  </a:ext>
                </a:extLst>
              </p:cNvPr>
              <p:cNvCxnSpPr>
                <a:cxnSpLocks/>
                <a:stCxn id="3074" idx="7"/>
                <a:endCxn id="125" idx="3"/>
              </p:cNvCxnSpPr>
              <p:nvPr/>
            </p:nvCxnSpPr>
            <p:spPr>
              <a:xfrm rot="15300000">
                <a:off x="-1397771" y="-1983661"/>
                <a:ext cx="35356" cy="182383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74" name="Oval 3073">
                <a:extLst>
                  <a:ext uri="{FF2B5EF4-FFF2-40B4-BE49-F238E27FC236}">
                    <a16:creationId xmlns:a16="http://schemas.microsoft.com/office/drawing/2014/main" id="{4F3E9B00-7D5C-F9D1-8C8A-1F50BFFDB33D}"/>
                  </a:ext>
                </a:extLst>
              </p:cNvPr>
              <p:cNvSpPr/>
              <p:nvPr/>
            </p:nvSpPr>
            <p:spPr>
              <a:xfrm>
                <a:off x="-1559409" y="-1868230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cxnSp>
            <p:nvCxnSpPr>
              <p:cNvPr id="3075" name="Straight Connector 3074">
                <a:extLst>
                  <a:ext uri="{FF2B5EF4-FFF2-40B4-BE49-F238E27FC236}">
                    <a16:creationId xmlns:a16="http://schemas.microsoft.com/office/drawing/2014/main" id="{FDE4B971-462E-6ACE-13BD-B5A0A80946FF}"/>
                  </a:ext>
                </a:extLst>
              </p:cNvPr>
              <p:cNvCxnSpPr>
                <a:cxnSpLocks/>
                <a:stCxn id="3076" idx="1"/>
                <a:endCxn id="125" idx="4"/>
              </p:cNvCxnSpPr>
              <p:nvPr/>
            </p:nvCxnSpPr>
            <p:spPr>
              <a:xfrm rot="15300000" flipV="1">
                <a:off x="-1269959" y="-1861581"/>
                <a:ext cx="190733" cy="73370"/>
              </a:xfrm>
              <a:prstGeom prst="line">
                <a:avLst/>
              </a:prstGeom>
              <a:ln w="1270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76" name="Oval 3075">
                <a:extLst>
                  <a:ext uri="{FF2B5EF4-FFF2-40B4-BE49-F238E27FC236}">
                    <a16:creationId xmlns:a16="http://schemas.microsoft.com/office/drawing/2014/main" id="{79862241-F659-25E0-8DF2-97CFAF9DCDA0}"/>
                  </a:ext>
                </a:extLst>
              </p:cNvPr>
              <p:cNvSpPr/>
              <p:nvPr/>
            </p:nvSpPr>
            <p:spPr>
              <a:xfrm>
                <a:off x="-1130912" y="-1758712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>
                  <a:solidFill>
                    <a:srgbClr val="8C1D40"/>
                  </a:solidFill>
                </a:endParaRPr>
              </a:p>
            </p:txBody>
          </p:sp>
          <p:sp>
            <p:nvSpPr>
              <p:cNvPr id="3103" name="Oval 3102">
                <a:extLst>
                  <a:ext uri="{FF2B5EF4-FFF2-40B4-BE49-F238E27FC236}">
                    <a16:creationId xmlns:a16="http://schemas.microsoft.com/office/drawing/2014/main" id="{1DD1EAA4-380F-0F84-CC7C-E49A80F5AC8E}"/>
                  </a:ext>
                </a:extLst>
              </p:cNvPr>
              <p:cNvSpPr/>
              <p:nvPr/>
            </p:nvSpPr>
            <p:spPr>
              <a:xfrm>
                <a:off x="-2267768" y="-2569908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>
                  <a:solidFill>
                    <a:srgbClr val="8C1D40"/>
                  </a:solidFill>
                </a:endParaRPr>
              </a:p>
            </p:txBody>
          </p:sp>
          <p:sp>
            <p:nvSpPr>
              <p:cNvPr id="3104" name="Oval 3103">
                <a:extLst>
                  <a:ext uri="{FF2B5EF4-FFF2-40B4-BE49-F238E27FC236}">
                    <a16:creationId xmlns:a16="http://schemas.microsoft.com/office/drawing/2014/main" id="{12CE1773-32D3-CAC2-FAC4-8AC90166C411}"/>
                  </a:ext>
                </a:extLst>
              </p:cNvPr>
              <p:cNvSpPr/>
              <p:nvPr/>
            </p:nvSpPr>
            <p:spPr>
              <a:xfrm>
                <a:off x="444429" y="-1897261"/>
                <a:ext cx="112246" cy="112246"/>
              </a:xfrm>
              <a:prstGeom prst="ellipse">
                <a:avLst/>
              </a:prstGeom>
              <a:solidFill>
                <a:srgbClr val="8C1D4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/>
              </a:p>
            </p:txBody>
          </p:sp>
        </p:grpSp>
      </p:grpSp>
      <p:pic>
        <p:nvPicPr>
          <p:cNvPr id="4" name="Picture 3" descr="A person standing in front of a lake&#10;&#10;AI-generated content may be incorrect.">
            <a:extLst>
              <a:ext uri="{FF2B5EF4-FFF2-40B4-BE49-F238E27FC236}">
                <a16:creationId xmlns:a16="http://schemas.microsoft.com/office/drawing/2014/main" id="{440294AB-DEB7-32FD-84FF-995135271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540" y="1607820"/>
            <a:ext cx="2788920" cy="2788920"/>
          </a:xfrm>
          <a:prstGeom prst="ellipse">
            <a:avLst/>
          </a:prstGeom>
          <a:ln w="38100" cap="rnd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7357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417631-6A90-F2B4-6302-B5F0F1675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17"/>
            <a:ext cx="10351168" cy="1151605"/>
          </a:xfrm>
        </p:spPr>
        <p:txBody>
          <a:bodyPr>
            <a:normAutofit/>
          </a:bodyPr>
          <a:lstStyle/>
          <a:p>
            <a:r>
              <a:rPr lang="en-IN" sz="4400" dirty="0"/>
              <a:t>Dirac and Vector Notation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0D0CFA5-5820-4495-AC8A-A3FD406DB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3422"/>
            <a:ext cx="9144000" cy="551155"/>
          </a:xfrm>
        </p:spPr>
        <p:txBody>
          <a:bodyPr/>
          <a:lstStyle/>
          <a:p>
            <a:r>
              <a:rPr lang="en-IN" sz="2400" dirty="0">
                <a:solidFill>
                  <a:srgbClr val="397B5D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Establishing a </a:t>
            </a:r>
            <a:r>
              <a:rPr lang="en-IN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common language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F429-82D2-A344-E70E-2928A0F0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722"/>
            <a:ext cx="12192000" cy="494418"/>
          </a:xfrm>
        </p:spPr>
        <p:txBody>
          <a:bodyPr>
            <a:noAutofit/>
          </a:bodyPr>
          <a:lstStyle/>
          <a:p>
            <a:r>
              <a:rPr lang="en-US" sz="2800" dirty="0"/>
              <a:t>Simplified Vector Notation</a:t>
            </a:r>
            <a:endParaRPr lang="en-IN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F82B68-1BFD-14C3-2C11-E5433581F0AB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9E1B64-212B-A7D9-0A38-B1A3E21004A0}"/>
              </a:ext>
            </a:extLst>
          </p:cNvPr>
          <p:cNvSpPr txBox="1"/>
          <p:nvPr/>
        </p:nvSpPr>
        <p:spPr>
          <a:xfrm>
            <a:off x="769341" y="778889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Brief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Dirac or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Bra-Ket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notation is a simplified method of writing down row and column vectors and their operations.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2A872F-7DE4-D93E-488A-492D7B8B2ACA}"/>
              </a:ext>
            </a:extLst>
          </p:cNvPr>
          <p:cNvGrpSpPr/>
          <p:nvPr/>
        </p:nvGrpSpPr>
        <p:grpSpPr>
          <a:xfrm>
            <a:off x="759494" y="1472873"/>
            <a:ext cx="2966858" cy="1011753"/>
            <a:chOff x="4320841" y="1607695"/>
            <a:chExt cx="2966858" cy="101175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82239B-B42A-4DD9-58C6-EC3AA1709089}"/>
                </a:ext>
              </a:extLst>
            </p:cNvPr>
            <p:cNvGrpSpPr/>
            <p:nvPr/>
          </p:nvGrpSpPr>
          <p:grpSpPr>
            <a:xfrm>
              <a:off x="6113374" y="1607695"/>
              <a:ext cx="1174325" cy="1011753"/>
              <a:chOff x="798854" y="1607695"/>
              <a:chExt cx="1174325" cy="1011753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321022-E696-C75F-A64A-122B33C886EF}"/>
                  </a:ext>
                </a:extLst>
              </p:cNvPr>
              <p:cNvSpPr/>
              <p:nvPr/>
            </p:nvSpPr>
            <p:spPr>
              <a:xfrm>
                <a:off x="798854" y="1867026"/>
                <a:ext cx="1174325" cy="75242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46C9BDB3-49E0-C68A-A9ED-F59FA4389255}"/>
                      </a:ext>
                    </a:extLst>
                  </p:cNvPr>
                  <p:cNvSpPr txBox="1"/>
                  <p:nvPr/>
                </p:nvSpPr>
                <p:spPr>
                  <a:xfrm>
                    <a:off x="931571" y="1812025"/>
                    <a:ext cx="957325" cy="6360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  <a:r>
                      <a:rPr lang="en-IN" i="1" dirty="0">
                        <a:latin typeface="Cambria Math" panose="02040503050406030204" pitchFamily="18" charset="0"/>
                      </a:rPr>
                      <a:t> = </a:t>
                    </a:r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a14:m>
                    <a:endParaRPr lang="en-IN" b="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46C9BDB3-49E0-C68A-A9ED-F59FA43892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571" y="1812025"/>
                    <a:ext cx="957325" cy="63600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673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6B458C-AB5C-B3DF-F5EA-521E7B5F71E4}"/>
                  </a:ext>
                </a:extLst>
              </p:cNvPr>
              <p:cNvSpPr/>
              <p:nvPr/>
            </p:nvSpPr>
            <p:spPr>
              <a:xfrm>
                <a:off x="798854" y="1607695"/>
                <a:ext cx="1174325" cy="259331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Ket</a:t>
                </a:r>
                <a:endParaRPr lang="en-IN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310B8D-E094-A073-2F53-527F91615DCF}"/>
                </a:ext>
              </a:extLst>
            </p:cNvPr>
            <p:cNvGrpSpPr/>
            <p:nvPr/>
          </p:nvGrpSpPr>
          <p:grpSpPr>
            <a:xfrm>
              <a:off x="4320841" y="1607695"/>
              <a:ext cx="1688818" cy="766040"/>
              <a:chOff x="3522574" y="1624152"/>
              <a:chExt cx="1688818" cy="76604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551D16-01A4-C53A-1775-5950234A7032}"/>
                  </a:ext>
                </a:extLst>
              </p:cNvPr>
              <p:cNvSpPr/>
              <p:nvPr/>
            </p:nvSpPr>
            <p:spPr>
              <a:xfrm>
                <a:off x="3522574" y="1883483"/>
                <a:ext cx="1688818" cy="50670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1A171-FCE8-D7A3-86C2-A4F8CAD5D644}"/>
                  </a:ext>
                </a:extLst>
              </p:cNvPr>
              <p:cNvSpPr/>
              <p:nvPr/>
            </p:nvSpPr>
            <p:spPr>
              <a:xfrm>
                <a:off x="3522574" y="1624152"/>
                <a:ext cx="1688818" cy="259331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Bra</a:t>
                </a:r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189AE51-9C93-56BA-52FF-531EA7E8E25F}"/>
                      </a:ext>
                    </a:extLst>
                  </p:cNvPr>
                  <p:cNvSpPr txBox="1"/>
                  <p:nvPr/>
                </p:nvSpPr>
                <p:spPr>
                  <a:xfrm>
                    <a:off x="3702428" y="1879098"/>
                    <a:ext cx="1329110" cy="3641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  <a:r>
                      <a:rPr lang="en-IN" i="1" dirty="0">
                        <a:latin typeface="Cambria Math" panose="02040503050406030204" pitchFamily="18" charset="0"/>
                      </a:rPr>
                      <a:t> = </a:t>
                    </a:r>
                    <a14:m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a14:m>
                    <a:endParaRPr lang="en-IN" b="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189AE51-9C93-56BA-52FF-531EA7E8E2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2428" y="1879098"/>
                    <a:ext cx="1329110" cy="36413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4128" b="-3833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579A69-67AC-019C-9EDA-7F9AAB172579}"/>
                  </a:ext>
                </a:extLst>
              </p:cNvPr>
              <p:cNvSpPr txBox="1"/>
              <p:nvPr/>
            </p:nvSpPr>
            <p:spPr>
              <a:xfrm>
                <a:off x="4044452" y="1119000"/>
                <a:ext cx="7342114" cy="2219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row or column vector can be written as a ‘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or ‘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respectively. This can be extended to any basis (dimensional). Here are some examples: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● In a 3-basis system -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IN" sz="1600" dirty="0"/>
                  <a:t>          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●</a:t>
                </a:r>
                <a:r>
                  <a:rPr lang="en-IN" sz="1600" dirty="0"/>
                  <a:t> 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4 -basis system -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IN" sz="1600" dirty="0"/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● In a 2-basis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ℂ</m:t>
                    </m:r>
                  </m:oMath>
                </a14:m>
                <a:r>
                  <a:rPr lang="en-IN" sz="1600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1600" dirty="0"/>
                  <a:t> system  -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+2</m:t>
                                    </m:r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+9</m:t>
                                    </m:r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579A69-67AC-019C-9EDA-7F9AAB172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452" y="1119000"/>
                <a:ext cx="7342114" cy="2219262"/>
              </a:xfrm>
              <a:prstGeom prst="rect">
                <a:avLst/>
              </a:prstGeom>
              <a:blipFill>
                <a:blip r:embed="rId4"/>
                <a:stretch>
                  <a:fillRect l="-415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1BD2E8-50EC-679D-367E-90D9DF70458B}"/>
              </a:ext>
            </a:extLst>
          </p:cNvPr>
          <p:cNvCxnSpPr>
            <a:cxnSpLocks/>
          </p:cNvCxnSpPr>
          <p:nvPr/>
        </p:nvCxnSpPr>
        <p:spPr>
          <a:xfrm>
            <a:off x="398761" y="3437141"/>
            <a:ext cx="11295934" cy="0"/>
          </a:xfrm>
          <a:prstGeom prst="line">
            <a:avLst/>
          </a:prstGeom>
          <a:ln w="28575">
            <a:solidFill>
              <a:srgbClr val="9013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310CF07-5EB5-8814-0A4F-C57ECC2A378B}"/>
              </a:ext>
            </a:extLst>
          </p:cNvPr>
          <p:cNvSpPr txBox="1"/>
          <p:nvPr/>
        </p:nvSpPr>
        <p:spPr>
          <a:xfrm>
            <a:off x="398761" y="3556547"/>
            <a:ext cx="2716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Properties of Bra’s and Ket’s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B079B1-381C-444E-EDC1-11673615C67D}"/>
                  </a:ext>
                </a:extLst>
              </p:cNvPr>
              <p:cNvSpPr txBox="1"/>
              <p:nvPr/>
            </p:nvSpPr>
            <p:spPr>
              <a:xfrm>
                <a:off x="784917" y="3905734"/>
                <a:ext cx="10622166" cy="2015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Bras and Kets are conjugate-transpose to each other -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|"/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For example –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+4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3 −9</m:t>
                                </m:r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6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9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−4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3+9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For any ‘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’-basis system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|"/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scalar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1×1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vector. This operation is known as the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‘Inner Product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For any ‘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’-basis system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begChr m:val="⟨"/>
                        <m:endChr m:val="|"/>
                        <m:ctrlP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matrix. This operation is known as the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‘Outer Product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B079B1-381C-444E-EDC1-11673615C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17" y="3905734"/>
                <a:ext cx="10622166" cy="2015103"/>
              </a:xfrm>
              <a:prstGeom prst="rect">
                <a:avLst/>
              </a:prstGeom>
              <a:blipFill>
                <a:blip r:embed="rId5"/>
                <a:stretch>
                  <a:fillRect l="-344" t="-606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6990D52-5D14-B98D-7C4C-DFED534BF842}"/>
              </a:ext>
            </a:extLst>
          </p:cNvPr>
          <p:cNvSpPr txBox="1"/>
          <p:nvPr/>
        </p:nvSpPr>
        <p:spPr>
          <a:xfrm>
            <a:off x="3043417" y="6100976"/>
            <a:ext cx="61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901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try a few examples…</a:t>
            </a:r>
          </a:p>
        </p:txBody>
      </p:sp>
    </p:spTree>
    <p:extLst>
      <p:ext uri="{BB962C8B-B14F-4D97-AF65-F5344CB8AC3E}">
        <p14:creationId xmlns:p14="http://schemas.microsoft.com/office/powerpoint/2010/main" val="80831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E142FA-092D-8F3A-12D3-9623AE2E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722"/>
            <a:ext cx="12192000" cy="494418"/>
          </a:xfrm>
        </p:spPr>
        <p:txBody>
          <a:bodyPr>
            <a:no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C1D4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Writing in Basis.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2B8D0-77CA-91CB-876B-00A0AE93058B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7BB7CC-07AF-C9FD-E3E3-53E98A7339FE}"/>
              </a:ext>
            </a:extLst>
          </p:cNvPr>
          <p:cNvSpPr txBox="1"/>
          <p:nvPr/>
        </p:nvSpPr>
        <p:spPr>
          <a:xfrm>
            <a:off x="769341" y="703262"/>
            <a:ext cx="10653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Brief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can write any vector in an ‘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’-basis system as a weighted sum of the basis vectors.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84988C2-B992-2587-3108-2A36C8362577}"/>
              </a:ext>
            </a:extLst>
          </p:cNvPr>
          <p:cNvGrpSpPr/>
          <p:nvPr/>
        </p:nvGrpSpPr>
        <p:grpSpPr>
          <a:xfrm>
            <a:off x="7393305" y="703262"/>
            <a:ext cx="4299761" cy="954107"/>
            <a:chOff x="7393305" y="703262"/>
            <a:chExt cx="4299761" cy="9541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877F37-C517-C045-AA8E-585BB5C8ECEC}"/>
                </a:ext>
              </a:extLst>
            </p:cNvPr>
            <p:cNvSpPr txBox="1"/>
            <p:nvPr/>
          </p:nvSpPr>
          <p:spPr>
            <a:xfrm>
              <a:off x="8875867" y="703262"/>
              <a:ext cx="2817199" cy="9541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simplest way to understand a basis vector is the x and y axes of a 2D plane. We can write every point on the plane in terms of these </a:t>
              </a:r>
              <a:endParaRPr lang="en-IN" sz="1400" i="1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EEF81E-492B-34C1-6C91-2FE1ACC194E7}"/>
                </a:ext>
              </a:extLst>
            </p:cNvPr>
            <p:cNvSpPr/>
            <p:nvPr/>
          </p:nvSpPr>
          <p:spPr>
            <a:xfrm>
              <a:off x="7393305" y="779206"/>
              <a:ext cx="1117433" cy="2018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C61393C-926B-286B-ACE7-EB6C56A4B623}"/>
                </a:ext>
              </a:extLst>
            </p:cNvPr>
            <p:cNvCxnSpPr>
              <a:cxnSpLocks/>
              <a:stCxn id="16" idx="1"/>
              <a:endCxn id="18" idx="3"/>
            </p:cNvCxnSpPr>
            <p:nvPr/>
          </p:nvCxnSpPr>
          <p:spPr>
            <a:xfrm flipH="1" flipV="1">
              <a:off x="8510738" y="880141"/>
              <a:ext cx="365129" cy="3001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FA4B03-2C7D-87A0-BFCE-A39993C68F00}"/>
              </a:ext>
            </a:extLst>
          </p:cNvPr>
          <p:cNvCxnSpPr>
            <a:cxnSpLocks/>
          </p:cNvCxnSpPr>
          <p:nvPr/>
        </p:nvCxnSpPr>
        <p:spPr>
          <a:xfrm>
            <a:off x="398761" y="1928381"/>
            <a:ext cx="11295934" cy="0"/>
          </a:xfrm>
          <a:prstGeom prst="line">
            <a:avLst/>
          </a:prstGeom>
          <a:ln w="28575">
            <a:solidFill>
              <a:srgbClr val="9013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3833F8-808A-814D-9191-40DD49D02D6C}"/>
              </a:ext>
            </a:extLst>
          </p:cNvPr>
          <p:cNvSpPr txBox="1"/>
          <p:nvPr/>
        </p:nvSpPr>
        <p:spPr>
          <a:xfrm>
            <a:off x="518397" y="3881055"/>
            <a:ext cx="2716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Looking at some</a:t>
            </a:r>
            <a:r>
              <a:rPr lang="en-US" sz="1600" b="0" i="0" u="none" strike="noStrike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examples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5A80C4-FCC5-C994-D6F7-EC3BE6E24ED2}"/>
              </a:ext>
            </a:extLst>
          </p:cNvPr>
          <p:cNvGrpSpPr/>
          <p:nvPr/>
        </p:nvGrpSpPr>
        <p:grpSpPr>
          <a:xfrm>
            <a:off x="4694578" y="779206"/>
            <a:ext cx="3162588" cy="878163"/>
            <a:chOff x="4694578" y="779206"/>
            <a:chExt cx="3162588" cy="87816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44C89F-04C9-6E83-75B0-7E3260CCA34D}"/>
                </a:ext>
              </a:extLst>
            </p:cNvPr>
            <p:cNvSpPr txBox="1"/>
            <p:nvPr/>
          </p:nvSpPr>
          <p:spPr>
            <a:xfrm>
              <a:off x="4694578" y="1134149"/>
              <a:ext cx="3162588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Just multiply each term with some scaler – example: 3x + 4y </a:t>
              </a:r>
              <a:endParaRPr lang="en-IN" sz="1400" i="1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E82514-89D6-56B2-2992-D0DB236C6957}"/>
                </a:ext>
              </a:extLst>
            </p:cNvPr>
            <p:cNvSpPr/>
            <p:nvPr/>
          </p:nvSpPr>
          <p:spPr>
            <a:xfrm>
              <a:off x="5694296" y="779206"/>
              <a:ext cx="1159894" cy="2018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DFB240-E7A9-1C4D-53C9-BE080224E965}"/>
                </a:ext>
              </a:extLst>
            </p:cNvPr>
            <p:cNvCxnSpPr>
              <a:cxnSpLocks/>
              <a:stCxn id="30" idx="0"/>
              <a:endCxn id="31" idx="2"/>
            </p:cNvCxnSpPr>
            <p:nvPr/>
          </p:nvCxnSpPr>
          <p:spPr>
            <a:xfrm flipH="1" flipV="1">
              <a:off x="6274243" y="981075"/>
              <a:ext cx="1629" cy="15307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862014-A519-8BD9-F2F1-2DB7D22FCAD9}"/>
              </a:ext>
            </a:extLst>
          </p:cNvPr>
          <p:cNvGrpSpPr/>
          <p:nvPr/>
        </p:nvGrpSpPr>
        <p:grpSpPr>
          <a:xfrm>
            <a:off x="518397" y="2468183"/>
            <a:ext cx="5112657" cy="1169551"/>
            <a:chOff x="2853332" y="2531812"/>
            <a:chExt cx="5112657" cy="1169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20FF25F-272A-C7F4-E811-CAD3B0DC288A}"/>
                    </a:ext>
                  </a:extLst>
                </p:cNvPr>
                <p:cNvSpPr txBox="1"/>
                <p:nvPr/>
              </p:nvSpPr>
              <p:spPr>
                <a:xfrm>
                  <a:off x="2853332" y="2531812"/>
                  <a:ext cx="2626194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Let’s first establish a basis for a 2D plane. We know the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-axis and </a:t>
                  </a:r>
                  <a14:m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-axis vectors are </a:t>
                  </a:r>
                  <a:r>
                    <a:rPr lang="en-US" sz="1400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unit vectors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(those with length 1). We can define them as follows</a:t>
                  </a:r>
                  <a:endParaRPr lang="en-IN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20FF25F-272A-C7F4-E811-CAD3B0DC2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332" y="2531812"/>
                  <a:ext cx="2626194" cy="1169551"/>
                </a:xfrm>
                <a:prstGeom prst="rect">
                  <a:avLst/>
                </a:prstGeom>
                <a:blipFill>
                  <a:blip r:embed="rId2"/>
                  <a:stretch>
                    <a:fillRect l="-696" t="-1042" b="-364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4C657CB-7EB9-D441-EB16-69A129C1A3F7}"/>
                </a:ext>
              </a:extLst>
            </p:cNvPr>
            <p:cNvGrpSpPr/>
            <p:nvPr/>
          </p:nvGrpSpPr>
          <p:grpSpPr>
            <a:xfrm>
              <a:off x="5479526" y="2610710"/>
              <a:ext cx="2486463" cy="1011753"/>
              <a:chOff x="640726" y="2609399"/>
              <a:chExt cx="2486463" cy="101175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C6E0E2F7-DE39-3969-E7BB-0ED084E9501F}"/>
                  </a:ext>
                </a:extLst>
              </p:cNvPr>
              <p:cNvGrpSpPr/>
              <p:nvPr/>
            </p:nvGrpSpPr>
            <p:grpSpPr>
              <a:xfrm>
                <a:off x="640726" y="2609399"/>
                <a:ext cx="1174325" cy="1011753"/>
                <a:chOff x="2998915" y="3340995"/>
                <a:chExt cx="1174325" cy="1011753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593C3E53-9F43-807A-45A1-C21A3C7B2939}"/>
                    </a:ext>
                  </a:extLst>
                </p:cNvPr>
                <p:cNvSpPr/>
                <p:nvPr/>
              </p:nvSpPr>
              <p:spPr>
                <a:xfrm>
                  <a:off x="2998915" y="3600326"/>
                  <a:ext cx="1174325" cy="75242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1CCC40B3-60BF-85D2-AB8D-4E105EB119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1632" y="3545325"/>
                      <a:ext cx="957325" cy="6928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⟩"/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IN" b="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1CCC40B3-60BF-85D2-AB8D-4E105EB119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1632" y="3545325"/>
                      <a:ext cx="957325" cy="69288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AB299688-391B-F8A6-3C47-466F27EB09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8915" y="3340995"/>
                      <a:ext cx="1174325" cy="259331"/>
                    </a:xfrm>
                    <a:prstGeom prst="rect">
                      <a:avLst/>
                    </a:prstGeom>
                    <a:solidFill>
                      <a:schemeClr val="accent1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US" dirty="0"/>
                        <a:t>-vector</a:t>
                      </a:r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AB299688-391B-F8A6-3C47-466F27EB09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8915" y="3340995"/>
                      <a:ext cx="1174325" cy="25933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26667" b="-5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EBB0DCD-E924-66F4-D4DB-9583A5753D8D}"/>
                  </a:ext>
                </a:extLst>
              </p:cNvPr>
              <p:cNvGrpSpPr/>
              <p:nvPr/>
            </p:nvGrpSpPr>
            <p:grpSpPr>
              <a:xfrm>
                <a:off x="1952864" y="2609399"/>
                <a:ext cx="1174325" cy="1011753"/>
                <a:chOff x="2998915" y="3340995"/>
                <a:chExt cx="1174325" cy="1011753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D858FF6-B1E4-AA88-88B0-9EC3F384713C}"/>
                    </a:ext>
                  </a:extLst>
                </p:cNvPr>
                <p:cNvSpPr/>
                <p:nvPr/>
              </p:nvSpPr>
              <p:spPr>
                <a:xfrm>
                  <a:off x="2998915" y="3600326"/>
                  <a:ext cx="1174325" cy="75242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6BB55C65-AE4F-1652-E6E7-F78DE40326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1632" y="3545325"/>
                      <a:ext cx="957325" cy="6928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⟩"/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IN" b="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6BB55C65-AE4F-1652-E6E7-F78DE40326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1632" y="3545325"/>
                      <a:ext cx="957325" cy="69288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21CCD710-E58E-63F6-A3BD-413A087ACC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8915" y="3340995"/>
                      <a:ext cx="1174325" cy="259331"/>
                    </a:xfrm>
                    <a:prstGeom prst="rect">
                      <a:avLst/>
                    </a:prstGeom>
                    <a:solidFill>
                      <a:schemeClr val="accent1">
                        <a:lumMod val="7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a14:m>
                      <a:r>
                        <a:rPr lang="en-US" dirty="0"/>
                        <a:t>-vector</a:t>
                      </a:r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21CCD710-E58E-63F6-A3BD-413A087ACCC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8915" y="3340995"/>
                      <a:ext cx="1174325" cy="25933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26667" b="-5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D4631DA4-CA83-340C-C5EF-93389B366B26}"/>
              </a:ext>
            </a:extLst>
          </p:cNvPr>
          <p:cNvSpPr txBox="1"/>
          <p:nvPr/>
        </p:nvSpPr>
        <p:spPr>
          <a:xfrm>
            <a:off x="426262" y="2047787"/>
            <a:ext cx="2716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Setting a Basis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CF76B7-6E90-E8E7-1023-C541453021D4}"/>
              </a:ext>
            </a:extLst>
          </p:cNvPr>
          <p:cNvSpPr txBox="1"/>
          <p:nvPr/>
        </p:nvSpPr>
        <p:spPr>
          <a:xfrm>
            <a:off x="518397" y="4290880"/>
            <a:ext cx="61051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now write arbitrary vectors as sums of these basis vectors: </a:t>
            </a:r>
            <a:endParaRPr lang="en-IN" sz="1600" dirty="0"/>
          </a:p>
        </p:txBody>
      </p:sp>
      <p:pic>
        <p:nvPicPr>
          <p:cNvPr id="79" name="Picture 78" descr="A blue and purple arrows on a black background&#10;&#10;AI-generated content may be incorrect.">
            <a:extLst>
              <a:ext uri="{FF2B5EF4-FFF2-40B4-BE49-F238E27FC236}">
                <a16:creationId xmlns:a16="http://schemas.microsoft.com/office/drawing/2014/main" id="{1BD5D076-BE6C-AF7F-9DEA-7B35EDC99F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26" y="2089233"/>
            <a:ext cx="2544381" cy="2519679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D48C9280-BD02-489E-23B7-3DC41D368475}"/>
              </a:ext>
            </a:extLst>
          </p:cNvPr>
          <p:cNvGrpSpPr/>
          <p:nvPr/>
        </p:nvGrpSpPr>
        <p:grpSpPr>
          <a:xfrm>
            <a:off x="871503" y="4700518"/>
            <a:ext cx="10142740" cy="461921"/>
            <a:chOff x="871503" y="4888071"/>
            <a:chExt cx="10142740" cy="4619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BECE66F-1040-D980-AD19-6E72019145C1}"/>
                    </a:ext>
                  </a:extLst>
                </p:cNvPr>
                <p:cNvSpPr txBox="1"/>
                <p:nvPr/>
              </p:nvSpPr>
              <p:spPr>
                <a:xfrm>
                  <a:off x="871503" y="4888071"/>
                  <a:ext cx="4661789" cy="4619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●</a:t>
                  </a:r>
                  <a:r>
                    <a:rPr lang="en-IN" dirty="0"/>
                    <a:t> 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BECE66F-1040-D980-AD19-6E7201914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03" y="4888071"/>
                  <a:ext cx="4661789" cy="461921"/>
                </a:xfrm>
                <a:prstGeom prst="rect">
                  <a:avLst/>
                </a:prstGeom>
                <a:blipFill>
                  <a:blip r:embed="rId8"/>
                  <a:stretch>
                    <a:fillRect l="-2092"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C254598-B610-F194-B17A-A8EAE8559023}"/>
                    </a:ext>
                  </a:extLst>
                </p:cNvPr>
                <p:cNvSpPr txBox="1"/>
                <p:nvPr/>
              </p:nvSpPr>
              <p:spPr>
                <a:xfrm>
                  <a:off x="5665361" y="4889866"/>
                  <a:ext cx="1986698" cy="4601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●</a:t>
                  </a:r>
                  <a:r>
                    <a:rPr lang="en-IN" dirty="0"/>
                    <a:t> 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=8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C254598-B610-F194-B17A-A8EAE8559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5361" y="4889866"/>
                  <a:ext cx="1986698" cy="460126"/>
                </a:xfrm>
                <a:prstGeom prst="rect">
                  <a:avLst/>
                </a:prstGeom>
                <a:blipFill>
                  <a:blip r:embed="rId9"/>
                  <a:stretch>
                    <a:fillRect l="-4601"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558D712-EB3F-493E-E48A-A514F928EEC2}"/>
                    </a:ext>
                  </a:extLst>
                </p:cNvPr>
                <p:cNvSpPr txBox="1"/>
                <p:nvPr/>
              </p:nvSpPr>
              <p:spPr>
                <a:xfrm>
                  <a:off x="7784128" y="4888071"/>
                  <a:ext cx="3230115" cy="4619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●</a:t>
                  </a:r>
                  <a:r>
                    <a:rPr lang="en-IN" dirty="0"/>
                    <a:t> 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brk m:alnAt="7"/>
                        </m:rPr>
                        <a:rPr lang="en-I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558D712-EB3F-493E-E48A-A514F928E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128" y="4888071"/>
                  <a:ext cx="3230115" cy="461921"/>
                </a:xfrm>
                <a:prstGeom prst="rect">
                  <a:avLst/>
                </a:prstGeom>
                <a:blipFill>
                  <a:blip r:embed="rId10"/>
                  <a:stretch>
                    <a:fillRect l="-3019"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3E02507-ED97-D72B-B1D1-639F4EACB3F6}"/>
                  </a:ext>
                </a:extLst>
              </p:cNvPr>
              <p:cNvSpPr txBox="1"/>
              <p:nvPr/>
            </p:nvSpPr>
            <p:spPr>
              <a:xfrm>
                <a:off x="871503" y="5605711"/>
                <a:ext cx="10077695" cy="521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●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begChr m:val="⟨"/>
                        <m:endChr m:val="|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begChr m:val="⟨"/>
                        <m:endChr m:val="|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3E02507-ED97-D72B-B1D1-639F4EACB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03" y="5605711"/>
                <a:ext cx="10077695" cy="521489"/>
              </a:xfrm>
              <a:prstGeom prst="rect">
                <a:avLst/>
              </a:prstGeom>
              <a:blipFill>
                <a:blip r:embed="rId11"/>
                <a:stretch>
                  <a:fillRect l="-968" b="-9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07C8F943-C93F-EAF9-F285-096CF25F42F5}"/>
              </a:ext>
            </a:extLst>
          </p:cNvPr>
          <p:cNvSpPr txBox="1"/>
          <p:nvPr/>
        </p:nvSpPr>
        <p:spPr>
          <a:xfrm>
            <a:off x="518397" y="5267157"/>
            <a:ext cx="61051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this to the row-vectors (bra-vectors): </a:t>
            </a:r>
            <a:endParaRPr lang="en-IN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EC903F-7C70-F64F-184E-748A96E2BC86}"/>
              </a:ext>
            </a:extLst>
          </p:cNvPr>
          <p:cNvSpPr txBox="1"/>
          <p:nvPr/>
        </p:nvSpPr>
        <p:spPr>
          <a:xfrm>
            <a:off x="3043417" y="6252085"/>
            <a:ext cx="61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901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try a few examples…</a:t>
            </a:r>
          </a:p>
        </p:txBody>
      </p:sp>
    </p:spTree>
    <p:extLst>
      <p:ext uri="{BB962C8B-B14F-4D97-AF65-F5344CB8AC3E}">
        <p14:creationId xmlns:p14="http://schemas.microsoft.com/office/powerpoint/2010/main" val="32082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3C2CA-923F-C1D7-C66A-4C213E01F9FC}"/>
                  </a:ext>
                </a:extLst>
              </p:cNvPr>
              <p:cNvSpPr txBox="1"/>
              <p:nvPr/>
            </p:nvSpPr>
            <p:spPr>
              <a:xfrm>
                <a:off x="1460500" y="1654088"/>
                <a:ext cx="9658350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IN"/>
                  <a:t> </a:t>
                </a:r>
                <a:r>
                  <a:rPr lang="en-I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 Vectors |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|≡</m:t>
                    </m:r>
                  </m:oMath>
                </a14:m>
                <a:r>
                  <a:rPr lang="en-IN"/>
                  <a:t> </a:t>
                </a:r>
                <a:r>
                  <a:rPr lang="en-I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 Vectors |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(⟨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  <m:r>
                          <m:rPr>
                            <m:lit/>
                          </m:r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I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(bra’s are complex conjugates of kets).</a:t>
                </a:r>
                <a:r>
                  <a:rPr lang="en-I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3C2CA-923F-C1D7-C66A-4C213E01F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00" y="1654088"/>
                <a:ext cx="9658350" cy="376450"/>
              </a:xfrm>
              <a:prstGeom prst="rect">
                <a:avLst/>
              </a:prstGeom>
              <a:blipFill>
                <a:blip r:embed="rId2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B41B647-D3FF-06CC-5101-A2BF0F46DA83}"/>
              </a:ext>
            </a:extLst>
          </p:cNvPr>
          <p:cNvGrpSpPr/>
          <p:nvPr/>
        </p:nvGrpSpPr>
        <p:grpSpPr>
          <a:xfrm>
            <a:off x="1445678" y="1702853"/>
            <a:ext cx="468398" cy="566470"/>
            <a:chOff x="7160744" y="-83791"/>
            <a:chExt cx="468398" cy="56647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77199C-3E52-4E6A-BE75-46B3B0316A1C}"/>
                </a:ext>
              </a:extLst>
            </p:cNvPr>
            <p:cNvSpPr/>
            <p:nvPr/>
          </p:nvSpPr>
          <p:spPr>
            <a:xfrm>
              <a:off x="7175367" y="-83791"/>
              <a:ext cx="439152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6B2306-1B7D-1705-80FF-B6BA6FFE29D9}"/>
                </a:ext>
              </a:extLst>
            </p:cNvPr>
            <p:cNvSpPr txBox="1"/>
            <p:nvPr/>
          </p:nvSpPr>
          <p:spPr>
            <a:xfrm>
              <a:off x="7160744" y="228763"/>
              <a:ext cx="46839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‘Bra’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861E56-AC08-FED9-237C-34F24461BE69}"/>
              </a:ext>
            </a:extLst>
          </p:cNvPr>
          <p:cNvGrpSpPr/>
          <p:nvPr/>
        </p:nvGrpSpPr>
        <p:grpSpPr>
          <a:xfrm>
            <a:off x="3699928" y="1702853"/>
            <a:ext cx="468398" cy="566470"/>
            <a:chOff x="7160744" y="-83791"/>
            <a:chExt cx="468398" cy="5664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5BE538-66B9-E21F-EEF7-3D44332F718B}"/>
                </a:ext>
              </a:extLst>
            </p:cNvPr>
            <p:cNvSpPr/>
            <p:nvPr/>
          </p:nvSpPr>
          <p:spPr>
            <a:xfrm>
              <a:off x="7175367" y="-83791"/>
              <a:ext cx="439152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80ADD3-3363-F26A-B7AB-D73D155CAB31}"/>
                </a:ext>
              </a:extLst>
            </p:cNvPr>
            <p:cNvSpPr txBox="1"/>
            <p:nvPr/>
          </p:nvSpPr>
          <p:spPr>
            <a:xfrm>
              <a:off x="7160744" y="228763"/>
              <a:ext cx="46839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‘Ket’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D10A5AA-82E8-4EBA-CE37-06649A535668}"/>
              </a:ext>
            </a:extLst>
          </p:cNvPr>
          <p:cNvSpPr txBox="1"/>
          <p:nvPr/>
        </p:nvSpPr>
        <p:spPr>
          <a:xfrm>
            <a:off x="1136130" y="1025649"/>
            <a:ext cx="9982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Braket\Dirac Notation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simplified notation to represent vector and their operations.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A7D20-553E-44F8-139F-6F19648D2A92}"/>
              </a:ext>
            </a:extLst>
          </p:cNvPr>
          <p:cNvSpPr txBox="1"/>
          <p:nvPr/>
        </p:nvSpPr>
        <p:spPr>
          <a:xfrm>
            <a:off x="1136130" y="2456844"/>
            <a:ext cx="9982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Inner Products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Dot Products for complex vectors.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75F3E6-C0E1-7936-91C8-043E350B94E7}"/>
                  </a:ext>
                </a:extLst>
              </p:cNvPr>
              <p:cNvSpPr txBox="1"/>
              <p:nvPr/>
            </p:nvSpPr>
            <p:spPr>
              <a:xfrm>
                <a:off x="1445678" y="2850315"/>
                <a:ext cx="9658350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d>
                      <m:dPr>
                        <m:begChr m:val="⟨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𝑆𝑐𝑎𝑙𝑎𝑟</m:t>
                    </m:r>
                  </m:oMath>
                </a14:m>
                <a:r>
                  <a:rPr lang="en-IN" sz="1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(Row Vector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IN" sz="1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 Vector)</a:t>
                </a:r>
                <a:endParaRPr lang="en-I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75F3E6-C0E1-7936-91C8-043E350B9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2850315"/>
                <a:ext cx="9658350" cy="376450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3B828E6-D61B-A60A-3F43-ED9DAC52971D}"/>
              </a:ext>
            </a:extLst>
          </p:cNvPr>
          <p:cNvSpPr txBox="1"/>
          <p:nvPr/>
        </p:nvSpPr>
        <p:spPr>
          <a:xfrm>
            <a:off x="1136130" y="4394362"/>
            <a:ext cx="9982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Outer Products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Cross Products for complex vectors.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7C6D15-6424-0DF9-FCDE-388AB1CF381A}"/>
                  </a:ext>
                </a:extLst>
              </p:cNvPr>
              <p:cNvSpPr txBox="1"/>
              <p:nvPr/>
            </p:nvSpPr>
            <p:spPr>
              <a:xfrm>
                <a:off x="1445678" y="4789099"/>
                <a:ext cx="9658350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⟩⟨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|→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𝑆𝑞𝑢𝑎𝑟𝑒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𝑀𝑎𝑡𝑟𝑖𝑥</m:t>
                    </m:r>
                  </m:oMath>
                </a14:m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(Column Vector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IN" sz="1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Vector)</a:t>
                </a:r>
                <a:endParaRPr lang="en-I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7C6D15-6424-0DF9-FCDE-388AB1CF3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4789099"/>
                <a:ext cx="9658350" cy="376450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69EF8F4-7AF8-D97C-C648-3A86A66328A5}"/>
              </a:ext>
            </a:extLst>
          </p:cNvPr>
          <p:cNvSpPr txBox="1"/>
          <p:nvPr/>
        </p:nvSpPr>
        <p:spPr>
          <a:xfrm>
            <a:off x="1136130" y="3123179"/>
            <a:ext cx="1437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u="sng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Properties</a:t>
            </a:r>
            <a:r>
              <a:rPr lang="en-IN" sz="1800" i="1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,</a:t>
            </a:r>
            <a:endParaRPr lang="en-IN" sz="1800"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F4438D-F35A-BB03-F72A-396F61E06C34}"/>
                  </a:ext>
                </a:extLst>
              </p:cNvPr>
              <p:cNvSpPr txBox="1"/>
              <p:nvPr/>
            </p:nvSpPr>
            <p:spPr>
              <a:xfrm>
                <a:off x="1445678" y="3410632"/>
                <a:ext cx="96583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≡1</m:t>
                    </m:r>
                  </m:oMath>
                </a14:m>
                <a:endParaRPr lang="en-I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 ∀ |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⟩⊥|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</m:t>
                    </m:r>
                  </m:oMath>
                </a14:m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F4438D-F35A-BB03-F72A-396F61E06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3410632"/>
                <a:ext cx="9658350" cy="923330"/>
              </a:xfrm>
              <a:prstGeom prst="rect">
                <a:avLst/>
              </a:prstGeom>
              <a:blipFill>
                <a:blip r:embed="rId5"/>
                <a:stretch>
                  <a:fillRect l="-442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2C700F7-7534-3B7B-E69A-E8C85DCBBF24}"/>
              </a:ext>
            </a:extLst>
          </p:cNvPr>
          <p:cNvSpPr txBox="1"/>
          <p:nvPr/>
        </p:nvSpPr>
        <p:spPr>
          <a:xfrm>
            <a:off x="1136130" y="5221732"/>
            <a:ext cx="1437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u="sng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Properties</a:t>
            </a:r>
            <a:r>
              <a:rPr lang="en-IN" sz="1800" i="1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,</a:t>
            </a:r>
            <a:endParaRPr lang="en-IN" sz="1800">
              <a:latin typeface="Times New Roman" panose="02020603050405020304" pitchFamily="18" charset="0"/>
              <a:ea typeface="Lato Semibold" panose="020F0502020204030203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C934C8-0560-8E85-E847-4BBC33FD1C81}"/>
                  </a:ext>
                </a:extLst>
              </p:cNvPr>
              <p:cNvSpPr txBox="1"/>
              <p:nvPr/>
            </p:nvSpPr>
            <p:spPr>
              <a:xfrm>
                <a:off x="1445678" y="5509185"/>
                <a:ext cx="96583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𝑇𝑟𝑎𝑐𝑒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)=1</m:t>
                    </m:r>
                  </m:oMath>
                </a14:m>
                <a:endParaRPr lang="en-IN" b="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</m:d>
                        <m:d>
                          <m:dPr>
                            <m:begChr m:val="⟨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𝐼𝑛𝑛𝑒𝑟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𝑃𝑟𝑜𝑑𝑢𝑐𝑡</m:t>
                    </m:r>
                  </m:oMath>
                </a14:m>
                <a:endParaRPr lang="en-I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C934C8-0560-8E85-E847-4BBC33FD1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5509185"/>
                <a:ext cx="9658350" cy="646331"/>
              </a:xfrm>
              <a:prstGeom prst="rect">
                <a:avLst/>
              </a:prstGeom>
              <a:blipFill>
                <a:blip r:embed="rId6"/>
                <a:stretch>
                  <a:fillRect l="-442" t="-3774" b="-1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E21D04FB-E90E-1C15-34DB-865639CE4A1A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Summarizing.</a:t>
            </a:r>
            <a:endParaRPr lang="en-IN" sz="28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9842D5-6352-1A1A-283A-8A7DD315B6D4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83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5FD3D6-D301-D43C-801E-A3EE8E3478DF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Some Math Practice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60675E-BDF2-6239-18AF-0534C015E420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BCA747-2482-1499-33C6-72088D6FCAFC}"/>
              </a:ext>
            </a:extLst>
          </p:cNvPr>
          <p:cNvSpPr txBox="1"/>
          <p:nvPr/>
        </p:nvSpPr>
        <p:spPr>
          <a:xfrm>
            <a:off x="316259" y="781299"/>
            <a:ext cx="61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following Inner and Outer Products: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F68B8E-1728-8A90-186B-72C43E267BFF}"/>
              </a:ext>
            </a:extLst>
          </p:cNvPr>
          <p:cNvGrpSpPr/>
          <p:nvPr/>
        </p:nvGrpSpPr>
        <p:grpSpPr>
          <a:xfrm>
            <a:off x="974481" y="1445427"/>
            <a:ext cx="5595907" cy="692879"/>
            <a:chOff x="3092039" y="1445427"/>
            <a:chExt cx="5595907" cy="692879"/>
          </a:xfrm>
        </p:grpSpPr>
        <p:pic>
          <p:nvPicPr>
            <p:cNvPr id="15" name="Picture 1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307EF21-1DB2-131A-6E71-0D4CE159B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4054" y="1445427"/>
              <a:ext cx="5183892" cy="692879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0FFDBA-2769-4649-75AC-7E8FEAAE475E}"/>
                </a:ext>
              </a:extLst>
            </p:cNvPr>
            <p:cNvSpPr/>
            <p:nvPr/>
          </p:nvSpPr>
          <p:spPr>
            <a:xfrm>
              <a:off x="3092039" y="1653464"/>
              <a:ext cx="276803" cy="27680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49CA1D-20D1-3931-B1A5-AC2583E87D5F}"/>
              </a:ext>
            </a:extLst>
          </p:cNvPr>
          <p:cNvGrpSpPr/>
          <p:nvPr/>
        </p:nvGrpSpPr>
        <p:grpSpPr>
          <a:xfrm>
            <a:off x="974481" y="2948749"/>
            <a:ext cx="6325072" cy="692879"/>
            <a:chOff x="3092039" y="2555148"/>
            <a:chExt cx="6325072" cy="69287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775B2F9-D12B-042E-41CB-05204D4E9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4054" y="2555148"/>
              <a:ext cx="5913057" cy="692879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919CF72-3F54-4150-CB7A-E45D94A04986}"/>
                </a:ext>
              </a:extLst>
            </p:cNvPr>
            <p:cNvSpPr/>
            <p:nvPr/>
          </p:nvSpPr>
          <p:spPr>
            <a:xfrm>
              <a:off x="3092039" y="2763185"/>
              <a:ext cx="276803" cy="27680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730183-A82C-E2C2-3B12-1AF7882791EA}"/>
              </a:ext>
            </a:extLst>
          </p:cNvPr>
          <p:cNvGrpSpPr/>
          <p:nvPr/>
        </p:nvGrpSpPr>
        <p:grpSpPr>
          <a:xfrm>
            <a:off x="974481" y="4452071"/>
            <a:ext cx="6413324" cy="752465"/>
            <a:chOff x="500093" y="3420773"/>
            <a:chExt cx="6413324" cy="752465"/>
          </a:xfrm>
        </p:grpSpPr>
        <p:pic>
          <p:nvPicPr>
            <p:cNvPr id="23" name="Picture 2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DD39486-6FD3-0432-B6C9-73A385F48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75" y="3420773"/>
              <a:ext cx="5992142" cy="752465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9571A1-8639-F89E-5FC0-BBA8F09AFCF5}"/>
                </a:ext>
              </a:extLst>
            </p:cNvPr>
            <p:cNvSpPr/>
            <p:nvPr/>
          </p:nvSpPr>
          <p:spPr>
            <a:xfrm>
              <a:off x="500093" y="3663258"/>
              <a:ext cx="276803" cy="27680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394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CB90-E877-DA9F-4345-8A14BF3D5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82463D-AB1F-0797-7DF9-41B5A22D8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17"/>
            <a:ext cx="10351168" cy="1151605"/>
          </a:xfrm>
        </p:spPr>
        <p:txBody>
          <a:bodyPr>
            <a:normAutofit/>
          </a:bodyPr>
          <a:lstStyle/>
          <a:p>
            <a:r>
              <a:rPr lang="en-IN" sz="4400" dirty="0"/>
              <a:t>Intro to Quantum Computing	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1D06E0-E491-C210-E56D-338B65D0B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3422"/>
            <a:ext cx="9144000" cy="551155"/>
          </a:xfrm>
        </p:spPr>
        <p:txBody>
          <a:bodyPr/>
          <a:lstStyle/>
          <a:p>
            <a:r>
              <a:rPr lang="en-IN" sz="2400" dirty="0">
                <a:solidFill>
                  <a:srgbClr val="397B5D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Single</a:t>
            </a:r>
            <a:r>
              <a:rPr lang="en-IN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IN" sz="2400" dirty="0">
                <a:solidFill>
                  <a:srgbClr val="397B5D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Qubit</a:t>
            </a:r>
            <a:r>
              <a:rPr lang="en-IN" sz="2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238054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6D2C8DB-5689-3347-F96D-FD777D5698A2}"/>
              </a:ext>
            </a:extLst>
          </p:cNvPr>
          <p:cNvSpPr txBox="1"/>
          <p:nvPr/>
        </p:nvSpPr>
        <p:spPr>
          <a:xfrm>
            <a:off x="133852" y="923822"/>
            <a:ext cx="11924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Definiti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qubit 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abstracted unit of computation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analogous to bits in a classical computer.  Boolean bit values are mapped as follows: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BB63AF-7579-EF9F-D1C3-3A54739262DC}"/>
              </a:ext>
            </a:extLst>
          </p:cNvPr>
          <p:cNvGrpSpPr/>
          <p:nvPr/>
        </p:nvGrpSpPr>
        <p:grpSpPr>
          <a:xfrm>
            <a:off x="6096000" y="684308"/>
            <a:ext cx="2933816" cy="499236"/>
            <a:chOff x="5564004" y="775065"/>
            <a:chExt cx="2688833" cy="4992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49BEC9-A4C1-AB52-356B-0E8E6182F7CF}"/>
                </a:ext>
              </a:extLst>
            </p:cNvPr>
            <p:cNvSpPr/>
            <p:nvPr/>
          </p:nvSpPr>
          <p:spPr>
            <a:xfrm>
              <a:off x="6052866" y="1082842"/>
              <a:ext cx="1477605" cy="19145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D9B77E-10E6-B068-A2E7-4711C2692D1D}"/>
                </a:ext>
              </a:extLst>
            </p:cNvPr>
            <p:cNvSpPr txBox="1"/>
            <p:nvPr/>
          </p:nvSpPr>
          <p:spPr>
            <a:xfrm>
              <a:off x="5564004" y="775065"/>
              <a:ext cx="2688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just means traditional computers.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ABED02-439B-95E9-2ABC-51A7B30E47FF}"/>
                  </a:ext>
                </a:extLst>
              </p:cNvPr>
              <p:cNvSpPr txBox="1"/>
              <p:nvPr/>
            </p:nvSpPr>
            <p:spPr>
              <a:xfrm>
                <a:off x="5443475" y="1341344"/>
                <a:ext cx="1486817" cy="1383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 →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 →|1⟩=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ABED02-439B-95E9-2ABC-51A7B30E4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475" y="1341344"/>
                <a:ext cx="1486817" cy="1383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52AC37EC-5DDA-3ABB-5905-4CA4810D144F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What is a Qubit</a:t>
            </a:r>
            <a:endParaRPr lang="en-IN" sz="28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BF8B68-4F48-33A4-63F9-9088AFCE5ACC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E3965E5-4A2A-A826-D652-80C60B8B17BE}"/>
              </a:ext>
            </a:extLst>
          </p:cNvPr>
          <p:cNvSpPr txBox="1"/>
          <p:nvPr/>
        </p:nvSpPr>
        <p:spPr>
          <a:xfrm>
            <a:off x="5280721" y="3101013"/>
            <a:ext cx="5921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unlike classical computers, the qubits exist in a ‘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‘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of both of these states, allowing us to – in principle compute on both states in parallel.</a:t>
            </a:r>
            <a:endParaRPr lang="en-IN" dirty="0"/>
          </a:p>
        </p:txBody>
      </p:sp>
      <p:pic>
        <p:nvPicPr>
          <p:cNvPr id="4102" name="Picture 6" descr="Quantum Computer: Yesn't : r/ProgrammerHumor">
            <a:extLst>
              <a:ext uri="{FF2B5EF4-FFF2-40B4-BE49-F238E27FC236}">
                <a16:creationId xmlns:a16="http://schemas.microsoft.com/office/drawing/2014/main" id="{9A794AC2-D311-6719-0FED-930146BC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36" y="1537885"/>
            <a:ext cx="4644843" cy="497291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E4C656-3ABD-AB18-DBFC-E653B5C7D0D5}"/>
              </a:ext>
            </a:extLst>
          </p:cNvPr>
          <p:cNvSpPr txBox="1"/>
          <p:nvPr/>
        </p:nvSpPr>
        <p:spPr>
          <a:xfrm>
            <a:off x="5280721" y="4400941"/>
            <a:ext cx="2556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We can write any qubit as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D89153-EF87-1930-660D-A072666EE53E}"/>
                  </a:ext>
                </a:extLst>
              </p:cNvPr>
              <p:cNvSpPr txBox="1"/>
              <p:nvPr/>
            </p:nvSpPr>
            <p:spPr>
              <a:xfrm>
                <a:off x="5280721" y="4815624"/>
                <a:ext cx="5996247" cy="4060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IN" sz="2000" b="0" i="1" dirty="0">
                    <a:latin typeface="Cambria Math" panose="02040503050406030204" pitchFamily="18" charset="0"/>
                  </a:rPr>
                  <a:t> </a:t>
                </a:r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0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ℂ</m:t>
                    </m:r>
                  </m:oMath>
                </a14:m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+|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D89153-EF87-1930-660D-A072666EE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721" y="4815624"/>
                <a:ext cx="5996247" cy="406009"/>
              </a:xfrm>
              <a:prstGeom prst="rect">
                <a:avLst/>
              </a:prstGeom>
              <a:blipFill>
                <a:blip r:embed="rId4"/>
                <a:stretch>
                  <a:fillRect t="-107463" r="-407" b="-1910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D5E29BF9-D18B-82E3-F8C2-241C77B47A16}"/>
              </a:ext>
            </a:extLst>
          </p:cNvPr>
          <p:cNvSpPr txBox="1"/>
          <p:nvPr/>
        </p:nvSpPr>
        <p:spPr>
          <a:xfrm>
            <a:off x="5832423" y="5564846"/>
            <a:ext cx="4892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901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We’ll look at this in detail in the upcoming slide.</a:t>
            </a:r>
          </a:p>
        </p:txBody>
      </p:sp>
    </p:spTree>
    <p:extLst>
      <p:ext uri="{BB962C8B-B14F-4D97-AF65-F5344CB8AC3E}">
        <p14:creationId xmlns:p14="http://schemas.microsoft.com/office/powerpoint/2010/main" val="76996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DA59AB1-AD66-E3B8-1BB2-910DE6692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3" r="18661"/>
          <a:stretch>
            <a:fillRect/>
          </a:stretch>
        </p:blipFill>
        <p:spPr bwMode="auto">
          <a:xfrm>
            <a:off x="237839" y="1563985"/>
            <a:ext cx="3121819" cy="371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6379504-61F6-39C8-0FB0-B5BB7AC6A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065896"/>
              </p:ext>
            </p:extLst>
          </p:nvPr>
        </p:nvGraphicFramePr>
        <p:xfrm>
          <a:off x="3596159" y="2144885"/>
          <a:ext cx="8050409" cy="2568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FD917D7-9ADD-9EF7-5EE1-EC67F3C823CF}"/>
              </a:ext>
            </a:extLst>
          </p:cNvPr>
          <p:cNvSpPr txBox="1"/>
          <p:nvPr/>
        </p:nvSpPr>
        <p:spPr>
          <a:xfrm>
            <a:off x="3506781" y="1682256"/>
            <a:ext cx="7857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No clear answer exists. Different organizations are using different methods to create qubits.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395FCA-D543-A827-E7E8-4A0E6089C694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What does this mean in Hardware?</a:t>
            </a: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5279F6-B9F7-B229-12D1-86163313DD79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51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B3FEB2-2EEC-84D0-3E25-DEC03B934D8D}"/>
                  </a:ext>
                </a:extLst>
              </p:cNvPr>
              <p:cNvSpPr txBox="1"/>
              <p:nvPr/>
            </p:nvSpPr>
            <p:spPr>
              <a:xfrm>
                <a:off x="2323672" y="919669"/>
                <a:ext cx="78459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b="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Definiti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Unlike a bit, a qubit is a linear combination of the basis states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B3FEB2-2EEC-84D0-3E25-DEC03B934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72" y="919669"/>
                <a:ext cx="7845971" cy="338554"/>
              </a:xfrm>
              <a:prstGeom prst="rect">
                <a:avLst/>
              </a:prstGeom>
              <a:blipFill>
                <a:blip r:embed="rId3"/>
                <a:stretch>
                  <a:fillRect l="-389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151FE82-9706-0C26-C8C1-883C9AB4A04F}"/>
              </a:ext>
            </a:extLst>
          </p:cNvPr>
          <p:cNvGrpSpPr/>
          <p:nvPr/>
        </p:nvGrpSpPr>
        <p:grpSpPr>
          <a:xfrm>
            <a:off x="5001392" y="713301"/>
            <a:ext cx="2853282" cy="474561"/>
            <a:chOff x="5603872" y="799740"/>
            <a:chExt cx="2853282" cy="4745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273F68-0385-45E4-BFC8-CE1E5B49808C}"/>
                </a:ext>
              </a:extLst>
            </p:cNvPr>
            <p:cNvSpPr/>
            <p:nvPr/>
          </p:nvSpPr>
          <p:spPr>
            <a:xfrm>
              <a:off x="6045869" y="1082842"/>
              <a:ext cx="1577614" cy="19145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0A59CA-394A-7FD8-27E2-FE392843FC56}"/>
                </a:ext>
              </a:extLst>
            </p:cNvPr>
            <p:cNvSpPr txBox="1"/>
            <p:nvPr/>
          </p:nvSpPr>
          <p:spPr>
            <a:xfrm>
              <a:off x="5603872" y="799740"/>
              <a:ext cx="285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They can be 0 and 1 with some probability.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BC85792-5E19-574B-0AD2-D92BF06398FB}"/>
              </a:ext>
            </a:extLst>
          </p:cNvPr>
          <p:cNvSpPr txBox="1"/>
          <p:nvPr/>
        </p:nvSpPr>
        <p:spPr>
          <a:xfrm>
            <a:off x="2697522" y="1436296"/>
            <a:ext cx="6796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rPr>
              <a:t>Without the loss of generality, we can represent any give qubit with the formula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059254-FF0D-11DB-0F4D-EEF5E5966A96}"/>
                  </a:ext>
                </a:extLst>
              </p:cNvPr>
              <p:cNvSpPr txBox="1"/>
              <p:nvPr/>
            </p:nvSpPr>
            <p:spPr>
              <a:xfrm>
                <a:off x="2246526" y="2109892"/>
                <a:ext cx="7929835" cy="4060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IN" sz="2000" b="0" i="1" dirty="0">
                    <a:latin typeface="Cambria Math" panose="02040503050406030204" pitchFamily="18" charset="0"/>
                  </a:rPr>
                  <a:t> </a:t>
                </a:r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0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ℂ</m:t>
                    </m:r>
                  </m:oMath>
                </a14:m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I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+|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059254-FF0D-11DB-0F4D-EEF5E5966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526" y="2109892"/>
                <a:ext cx="7929835" cy="406009"/>
              </a:xfrm>
              <a:prstGeom prst="rect">
                <a:avLst/>
              </a:prstGeom>
              <a:blipFill>
                <a:blip r:embed="rId4"/>
                <a:stretch>
                  <a:fillRect t="-105970" b="-1925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9F9A9F37-6065-B2C2-1FFB-B74BF4B122E6}"/>
              </a:ext>
            </a:extLst>
          </p:cNvPr>
          <p:cNvGrpSpPr/>
          <p:nvPr/>
        </p:nvGrpSpPr>
        <p:grpSpPr>
          <a:xfrm>
            <a:off x="2843616" y="2217166"/>
            <a:ext cx="1317990" cy="566470"/>
            <a:chOff x="6735948" y="-83791"/>
            <a:chExt cx="1317990" cy="5664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248E62-3AA9-52B3-8509-95C38D4CF2CE}"/>
                </a:ext>
              </a:extLst>
            </p:cNvPr>
            <p:cNvSpPr/>
            <p:nvPr/>
          </p:nvSpPr>
          <p:spPr>
            <a:xfrm>
              <a:off x="7175367" y="-83791"/>
              <a:ext cx="439152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B44103-9AA2-AF83-41E1-053F8AD6C404}"/>
                </a:ext>
              </a:extLst>
            </p:cNvPr>
            <p:cNvSpPr txBox="1"/>
            <p:nvPr/>
          </p:nvSpPr>
          <p:spPr>
            <a:xfrm>
              <a:off x="6735948" y="228763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Generic Qubit ‘state’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D8D584-5DC0-AFA7-1BEA-C2EFF0C0678E}"/>
              </a:ext>
            </a:extLst>
          </p:cNvPr>
          <p:cNvGrpSpPr/>
          <p:nvPr/>
        </p:nvGrpSpPr>
        <p:grpSpPr>
          <a:xfrm>
            <a:off x="3788842" y="1985265"/>
            <a:ext cx="1739579" cy="544455"/>
            <a:chOff x="6964570" y="-315692"/>
            <a:chExt cx="1739579" cy="54445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9394C0-B978-6519-4772-3C97C339D1E5}"/>
                </a:ext>
              </a:extLst>
            </p:cNvPr>
            <p:cNvSpPr/>
            <p:nvPr/>
          </p:nvSpPr>
          <p:spPr>
            <a:xfrm>
              <a:off x="7175366" y="-83791"/>
              <a:ext cx="1317989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DEAEFD-573C-2573-666F-5E2CBF2DD1F4}"/>
                </a:ext>
              </a:extLst>
            </p:cNvPr>
            <p:cNvSpPr txBox="1"/>
            <p:nvPr/>
          </p:nvSpPr>
          <p:spPr>
            <a:xfrm>
              <a:off x="6964570" y="-315692"/>
              <a:ext cx="17395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Combination of Basis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5C7B88-F192-D4F9-DD86-54CF64EF45C9}"/>
              </a:ext>
            </a:extLst>
          </p:cNvPr>
          <p:cNvGrpSpPr/>
          <p:nvPr/>
        </p:nvGrpSpPr>
        <p:grpSpPr>
          <a:xfrm>
            <a:off x="5616758" y="2217166"/>
            <a:ext cx="1938351" cy="566470"/>
            <a:chOff x="6696211" y="-83791"/>
            <a:chExt cx="1938351" cy="56647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A378181-C8F1-3E9F-5638-10E89D7C2720}"/>
                </a:ext>
              </a:extLst>
            </p:cNvPr>
            <p:cNvSpPr/>
            <p:nvPr/>
          </p:nvSpPr>
          <p:spPr>
            <a:xfrm>
              <a:off x="7175366" y="-83791"/>
              <a:ext cx="974083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6331D4-F31C-D9AE-8821-3F310418EC85}"/>
                </a:ext>
              </a:extLst>
            </p:cNvPr>
            <p:cNvSpPr txBox="1"/>
            <p:nvPr/>
          </p:nvSpPr>
          <p:spPr>
            <a:xfrm>
              <a:off x="6696211" y="228763"/>
              <a:ext cx="193835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Constants are complex numbers.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868A79-4A74-219C-5292-41F3D168EFE5}"/>
              </a:ext>
            </a:extLst>
          </p:cNvPr>
          <p:cNvGrpSpPr/>
          <p:nvPr/>
        </p:nvGrpSpPr>
        <p:grpSpPr>
          <a:xfrm>
            <a:off x="7413417" y="1985346"/>
            <a:ext cx="1838965" cy="544374"/>
            <a:chOff x="7126055" y="-315611"/>
            <a:chExt cx="1838965" cy="54437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C372FF-36CF-55A2-45AE-5602DBB2FB07}"/>
                </a:ext>
              </a:extLst>
            </p:cNvPr>
            <p:cNvSpPr/>
            <p:nvPr/>
          </p:nvSpPr>
          <p:spPr>
            <a:xfrm>
              <a:off x="7175366" y="-83791"/>
              <a:ext cx="1740345" cy="3125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315F88-AA07-9614-2024-57B8610D8A72}"/>
                </a:ext>
              </a:extLst>
            </p:cNvPr>
            <p:cNvSpPr txBox="1"/>
            <p:nvPr/>
          </p:nvSpPr>
          <p:spPr>
            <a:xfrm>
              <a:off x="7126055" y="-315611"/>
              <a:ext cx="18389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Creates a convex combination.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3EEFB5-8157-E1F2-0AC6-8425B73CA60F}"/>
                  </a:ext>
                </a:extLst>
              </p:cNvPr>
              <p:cNvSpPr txBox="1"/>
              <p:nvPr/>
            </p:nvSpPr>
            <p:spPr>
              <a:xfrm>
                <a:off x="5008202" y="4751524"/>
                <a:ext cx="66698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The probabilities of the qubit taking the states taking the states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are: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3EEFB5-8157-E1F2-0AC6-8425B73CA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202" y="4751524"/>
                <a:ext cx="6669880" cy="338554"/>
              </a:xfrm>
              <a:prstGeom prst="rect">
                <a:avLst/>
              </a:prstGeom>
              <a:blipFill>
                <a:blip r:embed="rId5"/>
                <a:stretch>
                  <a:fillRect l="-548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ACE3F22-8A8E-EF44-2685-850FACEEE792}"/>
              </a:ext>
            </a:extLst>
          </p:cNvPr>
          <p:cNvGrpSpPr/>
          <p:nvPr/>
        </p:nvGrpSpPr>
        <p:grpSpPr>
          <a:xfrm>
            <a:off x="5703142" y="5352095"/>
            <a:ext cx="4822790" cy="435152"/>
            <a:chOff x="1792836" y="3787932"/>
            <a:chExt cx="7736176" cy="4351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5CCF86A-6DEB-CBDE-DBC2-5E2E4A1DA282}"/>
                    </a:ext>
                  </a:extLst>
                </p:cNvPr>
                <p:cNvSpPr txBox="1"/>
                <p:nvPr/>
              </p:nvSpPr>
              <p:spPr>
                <a:xfrm>
                  <a:off x="1792836" y="3787932"/>
                  <a:ext cx="7736176" cy="3729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⟩=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b="0" i="1">
                      <a:latin typeface="Cambria Math" panose="02040503050406030204" pitchFamily="18" charset="0"/>
                    </a:rPr>
                    <a:t>        </a:t>
                  </a:r>
                  <a14:m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⟩=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IN" b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5CCF86A-6DEB-CBDE-DBC2-5E2E4A1DA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836" y="3787932"/>
                  <a:ext cx="7736176" cy="372923"/>
                </a:xfrm>
                <a:prstGeom prst="rect">
                  <a:avLst/>
                </a:prstGeom>
                <a:blipFill>
                  <a:blip r:embed="rId6"/>
                  <a:stretch>
                    <a:fillRect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451D1F-E9CD-F712-C6C8-0ECF4450039A}"/>
                </a:ext>
              </a:extLst>
            </p:cNvPr>
            <p:cNvCxnSpPr>
              <a:stCxn id="2" idx="0"/>
            </p:cNvCxnSpPr>
            <p:nvPr/>
          </p:nvCxnSpPr>
          <p:spPr>
            <a:xfrm>
              <a:off x="5660924" y="3787932"/>
              <a:ext cx="0" cy="4351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BF5C21-8192-4ABF-69AA-0E4613CE311D}"/>
                  </a:ext>
                </a:extLst>
              </p:cNvPr>
              <p:cNvSpPr txBox="1"/>
              <p:nvPr/>
            </p:nvSpPr>
            <p:spPr>
              <a:xfrm>
                <a:off x="7352600" y="3809899"/>
                <a:ext cx="1598611" cy="7707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BF5C21-8192-4ABF-69AA-0E4613CE3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600" y="3809899"/>
                <a:ext cx="1598611" cy="7707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7C3EE4-C7C6-4623-766E-E8D7C790C529}"/>
                  </a:ext>
                </a:extLst>
              </p:cNvPr>
              <p:cNvSpPr txBox="1"/>
              <p:nvPr/>
            </p:nvSpPr>
            <p:spPr>
              <a:xfrm>
                <a:off x="5443389" y="3471345"/>
                <a:ext cx="54228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i="1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Based on the column vectors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Times New Roman" panose="02020603050405020304" pitchFamily="18" charset="0"/>
                      </a:rPr>
                      <m:t>,|1⟩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from the previous slide: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7C3EE4-C7C6-4623-766E-E8D7C790C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389" y="3471345"/>
                <a:ext cx="5422805" cy="338554"/>
              </a:xfrm>
              <a:prstGeom prst="rect">
                <a:avLst/>
              </a:prstGeom>
              <a:blipFill>
                <a:blip r:embed="rId8"/>
                <a:stretch>
                  <a:fillRect l="-674" t="-5357" r="-225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0B19CE6-BB8D-FF6C-AE29-4932048A4AD2}"/>
              </a:ext>
            </a:extLst>
          </p:cNvPr>
          <p:cNvGrpSpPr/>
          <p:nvPr/>
        </p:nvGrpSpPr>
        <p:grpSpPr>
          <a:xfrm>
            <a:off x="5897327" y="5289866"/>
            <a:ext cx="4509158" cy="884588"/>
            <a:chOff x="7175366" y="-205568"/>
            <a:chExt cx="4509158" cy="88458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3B1668-8FD1-46B8-57A9-776FF238EE3C}"/>
                </a:ext>
              </a:extLst>
            </p:cNvPr>
            <p:cNvSpPr/>
            <p:nvPr/>
          </p:nvSpPr>
          <p:spPr>
            <a:xfrm>
              <a:off x="7175366" y="-205568"/>
              <a:ext cx="4509158" cy="5288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DF85AA2-4F05-972B-B315-21DFBA078EF5}"/>
                </a:ext>
              </a:extLst>
            </p:cNvPr>
            <p:cNvSpPr txBox="1"/>
            <p:nvPr/>
          </p:nvSpPr>
          <p:spPr>
            <a:xfrm>
              <a:off x="8426700" y="371243"/>
              <a:ext cx="2356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Also known as the </a:t>
              </a:r>
              <a:r>
                <a:rPr lang="en-IN" sz="14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Born Rule</a:t>
              </a:r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40B3FD00-D126-2CF2-D7F4-4C10FE445DE8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Many States at Once ! - Superposition</a:t>
            </a:r>
            <a:endParaRPr lang="en-IN" sz="28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4F7220-249A-C52C-819C-23CFB3C1D20A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Understanding The Theory And Math Behind Qubits | by XQ ...">
            <a:extLst>
              <a:ext uri="{FF2B5EF4-FFF2-40B4-BE49-F238E27FC236}">
                <a16:creationId xmlns:a16="http://schemas.microsoft.com/office/drawing/2014/main" id="{8574CFAD-9862-7781-B7AA-B56F7847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" y="3184824"/>
            <a:ext cx="4744134" cy="35563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10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urple arrow pointing up&#10;&#10;Description automatically generated">
            <a:extLst>
              <a:ext uri="{FF2B5EF4-FFF2-40B4-BE49-F238E27FC236}">
                <a16:creationId xmlns:a16="http://schemas.microsoft.com/office/drawing/2014/main" id="{9F4A129E-45B0-2733-385C-30E185EC8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62" y="1525733"/>
            <a:ext cx="4299243" cy="432211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6F710D5-D7CD-629E-4BF2-9E88F054B295}"/>
              </a:ext>
            </a:extLst>
          </p:cNvPr>
          <p:cNvGrpSpPr/>
          <p:nvPr/>
        </p:nvGrpSpPr>
        <p:grpSpPr>
          <a:xfrm>
            <a:off x="2303847" y="1867399"/>
            <a:ext cx="2213947" cy="614689"/>
            <a:chOff x="4883418" y="-769686"/>
            <a:chExt cx="2180918" cy="5968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A6F249-E69A-7400-2B15-05821A98014F}"/>
                </a:ext>
              </a:extLst>
            </p:cNvPr>
            <p:cNvSpPr/>
            <p:nvPr/>
          </p:nvSpPr>
          <p:spPr>
            <a:xfrm>
              <a:off x="4883418" y="-545850"/>
              <a:ext cx="2180918" cy="3729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6B6E75-00D5-86A7-6265-D00835EF6124}"/>
                </a:ext>
              </a:extLst>
            </p:cNvPr>
            <p:cNvSpPr txBox="1"/>
            <p:nvPr/>
          </p:nvSpPr>
          <p:spPr>
            <a:xfrm>
              <a:off x="4949655" y="-769686"/>
              <a:ext cx="211468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Qubits can be thought of as vectors</a:t>
              </a:r>
              <a:endParaRPr lang="en-IN" sz="105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D3D2015-1263-C347-FD78-ACE6429781AE}"/>
              </a:ext>
            </a:extLst>
          </p:cNvPr>
          <p:cNvSpPr txBox="1"/>
          <p:nvPr/>
        </p:nvSpPr>
        <p:spPr>
          <a:xfrm>
            <a:off x="5143500" y="886341"/>
            <a:ext cx="606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Proposition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represent every qubit as a vector on a 2-D plane formed by our basis states.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CCDA2A-6A6E-A575-5222-86A9535C668D}"/>
                  </a:ext>
                </a:extLst>
              </p:cNvPr>
              <p:cNvSpPr txBox="1"/>
              <p:nvPr/>
            </p:nvSpPr>
            <p:spPr>
              <a:xfrm>
                <a:off x="5143500" y="1597875"/>
                <a:ext cx="6064390" cy="604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b="0" i="0" u="none" strike="noStrike" baseline="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Basis State [formal]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set of basis states can be formally defined as a set of vectors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⊥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∀ 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CCDA2A-6A6E-A575-5222-86A9535C6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0" y="1597875"/>
                <a:ext cx="6064390" cy="604589"/>
              </a:xfrm>
              <a:prstGeom prst="rect">
                <a:avLst/>
              </a:prstGeom>
              <a:blipFill>
                <a:blip r:embed="rId3"/>
                <a:stretch>
                  <a:fillRect l="-603" t="-3030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0C7278-1FF0-3B37-C36A-C012CBB1A006}"/>
                  </a:ext>
                </a:extLst>
              </p:cNvPr>
              <p:cNvSpPr txBox="1"/>
              <p:nvPr/>
            </p:nvSpPr>
            <p:spPr>
              <a:xfrm>
                <a:off x="5433259" y="2329223"/>
                <a:ext cx="5911397" cy="1978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i="1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Simplifying,</a:t>
                </a:r>
                <a:r>
                  <a:rPr lang="en-IN" sz="1600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any set of mutually perpendicular vectors form a valid basis. </a:t>
                </a:r>
              </a:p>
              <a:p>
                <a:endParaRPr lang="en-IN" sz="1600" i="1" dirty="0"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1600" i="1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Recall, </a:t>
                </a:r>
                <a:r>
                  <a:rPr lang="en-IN" sz="1600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the dot product between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Times New Roman" panose="02020603050405020304" pitchFamily="18" charset="0"/>
                      </a:rPr>
                      <m:t>⊥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vectors</a:t>
                </a:r>
                <a:r>
                  <a:rPr lang="en-IN" sz="1600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is 0. Therefore, we can prove that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ea typeface="Lato Semibold" panose="020F0502020204030203" pitchFamily="34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ea typeface="Lato Semibold" panose="020F0502020204030203" pitchFamily="34" charset="0"/>
                    <a:cs typeface="Times New Roman" panose="02020603050405020304" pitchFamily="18" charset="0"/>
                  </a:rPr>
                  <a:t> form a valid basis by checking their dot product.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Lato Semibold" panose="020F0502020204030203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Lato Semibold" panose="020F0502020204030203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600" b="0" i="1" smtClean="0">
                                    <a:latin typeface="Cambria Math" panose="02040503050406030204" pitchFamily="18" charset="0"/>
                                    <a:ea typeface="Lato Semibold" panose="020F0502020204030203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Lato Semibold" panose="020F0502020204030203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  <a:ea typeface="Lato Semibold" panose="020F0502020204030203" pitchFamily="34" charset="0"/>
                          <a:cs typeface="Times New Roman" panose="02020603050405020304" pitchFamily="18" charset="0"/>
                        </a:rPr>
                        <m:t>⋅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Lato Semibold" panose="020F0502020204030203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Lato Semibold" panose="020F0502020204030203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600" b="0" i="1" smtClean="0">
                                    <a:latin typeface="Cambria Math" panose="02040503050406030204" pitchFamily="18" charset="0"/>
                                    <a:ea typeface="Lato Semibold" panose="020F0502020204030203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Lato Semibold" panose="020F0502020204030203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  <a:ea typeface="Lato Semibold" panose="020F0502020204030203" pitchFamily="34" charset="0"/>
                          <a:cs typeface="Times New Roman" panose="02020603050405020304" pitchFamily="18" charset="0"/>
                        </a:rPr>
                        <m:t>=1×0+0×1=0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0C7278-1FF0-3B37-C36A-C012CBB1A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259" y="2329223"/>
                <a:ext cx="5911397" cy="1978683"/>
              </a:xfrm>
              <a:prstGeom prst="rect">
                <a:avLst/>
              </a:prstGeom>
              <a:blipFill>
                <a:blip r:embed="rId4"/>
                <a:stretch>
                  <a:fillRect l="-515" t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835EEB9F-179E-0B95-9325-8BB937B884FF}"/>
              </a:ext>
            </a:extLst>
          </p:cNvPr>
          <p:cNvGrpSpPr/>
          <p:nvPr/>
        </p:nvGrpSpPr>
        <p:grpSpPr>
          <a:xfrm>
            <a:off x="6943725" y="3810917"/>
            <a:ext cx="1146162" cy="740734"/>
            <a:chOff x="6943725" y="4283592"/>
            <a:chExt cx="1146162" cy="74073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1C3AEF0-3362-0020-77E0-036E651BC5FD}"/>
                </a:ext>
              </a:extLst>
            </p:cNvPr>
            <p:cNvGrpSpPr/>
            <p:nvPr/>
          </p:nvGrpSpPr>
          <p:grpSpPr>
            <a:xfrm>
              <a:off x="6943725" y="4406936"/>
              <a:ext cx="618122" cy="553358"/>
              <a:chOff x="5246406" y="-464888"/>
              <a:chExt cx="1817930" cy="553358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0E980A-EC48-A635-14BE-6823187583CC}"/>
                  </a:ext>
                </a:extLst>
              </p:cNvPr>
              <p:cNvSpPr/>
              <p:nvPr/>
            </p:nvSpPr>
            <p:spPr>
              <a:xfrm>
                <a:off x="5246406" y="-464888"/>
                <a:ext cx="1817930" cy="25391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948C29F-0B09-91ED-65AF-EAC3DDB055E4}"/>
                      </a:ext>
                    </a:extLst>
                  </p:cNvPr>
                  <p:cNvSpPr txBox="1"/>
                  <p:nvPr/>
                </p:nvSpPr>
                <p:spPr>
                  <a:xfrm>
                    <a:off x="5404917" y="-219307"/>
                    <a:ext cx="134457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IN" sz="14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948C29F-0B09-91ED-65AF-EAC3DDB055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04917" y="-219307"/>
                    <a:ext cx="1344579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0AA28E1-B201-E53C-B0B8-0C03384C4813}"/>
                </a:ext>
              </a:extLst>
            </p:cNvPr>
            <p:cNvGrpSpPr/>
            <p:nvPr/>
          </p:nvGrpSpPr>
          <p:grpSpPr>
            <a:xfrm>
              <a:off x="7632711" y="4283592"/>
              <a:ext cx="457176" cy="740734"/>
              <a:chOff x="5031672" y="-464888"/>
              <a:chExt cx="1344580" cy="74073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9BEEACD-0FFD-C730-23F9-164DDCC19FE6}"/>
                  </a:ext>
                </a:extLst>
              </p:cNvPr>
              <p:cNvSpPr/>
              <p:nvPr/>
            </p:nvSpPr>
            <p:spPr>
              <a:xfrm>
                <a:off x="5246406" y="-464888"/>
                <a:ext cx="915109" cy="46938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A0D717D-361D-4FC9-4D0D-9DB77F47060B}"/>
                      </a:ext>
                    </a:extLst>
                  </p:cNvPr>
                  <p:cNvSpPr txBox="1"/>
                  <p:nvPr/>
                </p:nvSpPr>
                <p:spPr>
                  <a:xfrm>
                    <a:off x="5031672" y="-31931"/>
                    <a:ext cx="134458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IN" sz="14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A0D717D-361D-4FC9-4D0D-9DB77F4706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1672" y="-31931"/>
                    <a:ext cx="1344580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84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E3EF37E-8EAD-76CC-4DC3-580ECA63D48B}"/>
              </a:ext>
            </a:extLst>
          </p:cNvPr>
          <p:cNvSpPr txBox="1"/>
          <p:nvPr/>
        </p:nvSpPr>
        <p:spPr>
          <a:xfrm>
            <a:off x="5143500" y="4740863"/>
            <a:ext cx="606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Bother?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interpretation of a qubit becomes extremely useful when looking at 1-qubit quantum gates.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A07F84-72A5-F741-2F01-5FC5433E72BF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Geometry of Qubits</a:t>
            </a:r>
            <a:endParaRPr lang="en-IN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EF1511-3028-9612-95BC-5509ADD50114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07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83C2-DC52-A31C-408A-0F7918DB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0968F1-1F26-0039-A56D-E27379ECEF1E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Some Math Practice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ED1CD9-CBE0-119C-6794-5FA91F3FBDBB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B277100-F0EC-734F-3E9A-CD39DC18AC13}"/>
              </a:ext>
            </a:extLst>
          </p:cNvPr>
          <p:cNvSpPr txBox="1"/>
          <p:nvPr/>
        </p:nvSpPr>
        <p:spPr>
          <a:xfrm>
            <a:off x="336884" y="781300"/>
            <a:ext cx="983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following states valid qubit state 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98BA4-0D5A-C480-0150-4B0028866750}"/>
                  </a:ext>
                </a:extLst>
              </p:cNvPr>
              <p:cNvSpPr txBox="1"/>
              <p:nvPr/>
            </p:nvSpPr>
            <p:spPr>
              <a:xfrm>
                <a:off x="336884" y="3244334"/>
                <a:ext cx="98315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probabilities that the following qubit superpositions are will be in the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b="0" i="0" dirty="0">
                    <a:latin typeface="+mj-lt"/>
                    <a:cs typeface="Times New Roman" panose="02020603050405020304" pitchFamily="18" charset="0"/>
                  </a:rPr>
                  <a:t>state.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98BA4-0D5A-C480-0150-4B0028866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3244334"/>
                <a:ext cx="9831518" cy="369332"/>
              </a:xfrm>
              <a:prstGeom prst="rect">
                <a:avLst/>
              </a:prstGeom>
              <a:blipFill>
                <a:blip r:embed="rId2"/>
                <a:stretch>
                  <a:fillRect l="-496" t="-9836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6724FC-22FD-E396-4DD5-083830A3AFE9}"/>
                  </a:ext>
                </a:extLst>
              </p:cNvPr>
              <p:cNvSpPr txBox="1"/>
              <p:nvPr/>
            </p:nvSpPr>
            <p:spPr>
              <a:xfrm>
                <a:off x="591267" y="3613666"/>
                <a:ext cx="6105166" cy="1590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b="0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endChr m:val="⟩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|1⟩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b="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.7</m:t>
                        </m:r>
                      </m:e>
                    </m:rad>
                    <m:r>
                      <a:rPr lang="en-IN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6724FC-22FD-E396-4DD5-083830A3A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67" y="3613666"/>
                <a:ext cx="6105166" cy="1590500"/>
              </a:xfrm>
              <a:prstGeom prst="rect">
                <a:avLst/>
              </a:prstGeom>
              <a:blipFill>
                <a:blip r:embed="rId3"/>
                <a:stretch>
                  <a:fillRect l="-899" b="-4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E698E22-BCA9-1458-F02F-0EE945FFA4AA}"/>
              </a:ext>
            </a:extLst>
          </p:cNvPr>
          <p:cNvGrpSpPr/>
          <p:nvPr/>
        </p:nvGrpSpPr>
        <p:grpSpPr>
          <a:xfrm>
            <a:off x="660224" y="1150632"/>
            <a:ext cx="5373794" cy="440570"/>
            <a:chOff x="660224" y="1256161"/>
            <a:chExt cx="5373794" cy="440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55E071A-C668-D81E-A497-AD2E73D0588C}"/>
                    </a:ext>
                  </a:extLst>
                </p:cNvPr>
                <p:cNvSpPr txBox="1"/>
                <p:nvPr/>
              </p:nvSpPr>
              <p:spPr>
                <a:xfrm>
                  <a:off x="660224" y="1321692"/>
                  <a:ext cx="1539836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+7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55E071A-C668-D81E-A497-AD2E73D05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224" y="1321692"/>
                  <a:ext cx="153983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929" t="-31111" b="-4888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6106F8-0EAF-245D-BB3B-7A054C18016D}"/>
                    </a:ext>
                  </a:extLst>
                </p:cNvPr>
                <p:cNvSpPr txBox="1"/>
                <p:nvPr/>
              </p:nvSpPr>
              <p:spPr>
                <a:xfrm>
                  <a:off x="2469391" y="1256161"/>
                  <a:ext cx="1647648" cy="4080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+|1⟩)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6106F8-0EAF-245D-BB3B-7A054C180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91" y="1256161"/>
                  <a:ext cx="1647648" cy="408060"/>
                </a:xfrm>
                <a:prstGeom prst="rect">
                  <a:avLst/>
                </a:prstGeom>
                <a:blipFill>
                  <a:blip r:embed="rId5"/>
                  <a:stretch>
                    <a:fillRect l="-5556" t="-5970" r="-4815" b="-149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D693C24-3740-3B06-1954-34BEFCEC4933}"/>
                    </a:ext>
                  </a:extLst>
                </p:cNvPr>
                <p:cNvSpPr txBox="1"/>
                <p:nvPr/>
              </p:nvSpPr>
              <p:spPr>
                <a:xfrm>
                  <a:off x="4386370" y="1256161"/>
                  <a:ext cx="1647648" cy="44057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|1⟩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D693C24-3740-3B06-1954-34BEFCEC4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6370" y="1256161"/>
                  <a:ext cx="1647648" cy="440570"/>
                </a:xfrm>
                <a:prstGeom prst="rect">
                  <a:avLst/>
                </a:prstGeom>
                <a:blipFill>
                  <a:blip r:embed="rId6"/>
                  <a:stretch>
                    <a:fillRect l="-5926" b="-180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A942AF-8145-881B-1E7A-B160A3882ED6}"/>
              </a:ext>
            </a:extLst>
          </p:cNvPr>
          <p:cNvGrpSpPr/>
          <p:nvPr/>
        </p:nvGrpSpPr>
        <p:grpSpPr>
          <a:xfrm>
            <a:off x="660223" y="2479417"/>
            <a:ext cx="6259601" cy="458202"/>
            <a:chOff x="660223" y="1234783"/>
            <a:chExt cx="6259601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C7A8FC-AABB-B738-27D3-78C1B3694F4B}"/>
                    </a:ext>
                  </a:extLst>
                </p:cNvPr>
                <p:cNvSpPr txBox="1"/>
                <p:nvPr/>
              </p:nvSpPr>
              <p:spPr>
                <a:xfrm>
                  <a:off x="660223" y="1321692"/>
                  <a:ext cx="2041725" cy="3030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C7A8FC-AABB-B738-27D3-78C1B3694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223" y="1321692"/>
                  <a:ext cx="2041725" cy="303096"/>
                </a:xfrm>
                <a:prstGeom prst="rect">
                  <a:avLst/>
                </a:prstGeom>
                <a:blipFill>
                  <a:blip r:embed="rId7"/>
                  <a:stretch>
                    <a:fillRect l="-4478" t="-20000" b="-42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5449DE7-EC96-5FC8-BBE5-4417FD1A5A6F}"/>
                    </a:ext>
                  </a:extLst>
                </p:cNvPr>
                <p:cNvSpPr txBox="1"/>
                <p:nvPr/>
              </p:nvSpPr>
              <p:spPr>
                <a:xfrm>
                  <a:off x="2799400" y="1321692"/>
                  <a:ext cx="2041725" cy="3030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 </a:t>
                  </a:r>
                  <a14:m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74</m:t>
                          </m:r>
                        </m:e>
                      </m:rad>
                      <m:r>
                        <a:rPr lang="en-IN" i="1">
                          <a:latin typeface="Cambria Math" panose="02040503050406030204" pitchFamily="18" charset="0"/>
                        </a:rPr>
                        <m:t>|1⟩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5449DE7-EC96-5FC8-BBE5-4417FD1A5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9400" y="1321692"/>
                  <a:ext cx="2041725" cy="303096"/>
                </a:xfrm>
                <a:prstGeom prst="rect">
                  <a:avLst/>
                </a:prstGeom>
                <a:blipFill>
                  <a:blip r:embed="rId8"/>
                  <a:stretch>
                    <a:fillRect l="-4478" t="-20000" b="-42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029D705-EF19-F075-5695-923FEB810954}"/>
                    </a:ext>
                  </a:extLst>
                </p:cNvPr>
                <p:cNvSpPr txBox="1"/>
                <p:nvPr/>
              </p:nvSpPr>
              <p:spPr>
                <a:xfrm>
                  <a:off x="5272176" y="1234783"/>
                  <a:ext cx="1647648" cy="4582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IN" dirty="0"/>
                    <a:t> 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|1⟩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029D705-EF19-F075-5695-923FEB810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2176" y="1234783"/>
                  <a:ext cx="1647648" cy="458202"/>
                </a:xfrm>
                <a:prstGeom prst="rect">
                  <a:avLst/>
                </a:prstGeom>
                <a:blipFill>
                  <a:blip r:embed="rId9"/>
                  <a:stretch>
                    <a:fillRect l="-5926" b="-1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046F42-8078-3EC9-15B2-0CBD265D42C6}"/>
                  </a:ext>
                </a:extLst>
              </p:cNvPr>
              <p:cNvSpPr txBox="1"/>
              <p:nvPr/>
            </p:nvSpPr>
            <p:spPr>
              <a:xfrm>
                <a:off x="336884" y="2038163"/>
                <a:ext cx="98315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‘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in the following: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046F42-8078-3EC9-15B2-0CBD265D4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2038163"/>
                <a:ext cx="9831518" cy="369332"/>
              </a:xfrm>
              <a:prstGeom prst="rect">
                <a:avLst/>
              </a:prstGeom>
              <a:blipFill>
                <a:blip r:embed="rId10"/>
                <a:stretch>
                  <a:fillRect l="-49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879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DDB8A-DCA3-8356-2C39-AF3C1BE034EC}"/>
                  </a:ext>
                </a:extLst>
              </p:cNvPr>
              <p:cNvSpPr txBox="1"/>
              <p:nvPr/>
            </p:nvSpPr>
            <p:spPr>
              <a:xfrm>
                <a:off x="469901" y="859390"/>
                <a:ext cx="1131517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0" i="0" u="none" strike="noStrike" baseline="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>
                    <a:solidFill>
                      <a:schemeClr val="bg1"/>
                    </a:solidFill>
                    <a:highlight>
                      <a:srgbClr val="00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 Sphere </a:t>
                </a:r>
                <a:r>
                  <a:rPr lang="en-US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represent any qubit as a parameterized vector on the surface of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unit sphere known as the Bloch sphere. (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The angles between states are doubled on the Bloch sphere, making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|0⟩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|1⟩</m:t>
                    </m:r>
                  </m:oMath>
                </a14:m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seem colinear</a:t>
                </a:r>
                <a:r>
                  <a:rPr lang="en-I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7DDB8A-DCA3-8356-2C39-AF3C1BE03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1" y="859390"/>
                <a:ext cx="11315178" cy="584775"/>
              </a:xfrm>
              <a:prstGeom prst="rect">
                <a:avLst/>
              </a:prstGeom>
              <a:blipFill>
                <a:blip r:embed="rId2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284DC914-64D6-8E15-1EFF-6AB3CDBEBAC8}"/>
              </a:ext>
            </a:extLst>
          </p:cNvPr>
          <p:cNvGrpSpPr/>
          <p:nvPr/>
        </p:nvGrpSpPr>
        <p:grpSpPr>
          <a:xfrm>
            <a:off x="585784" y="1548082"/>
            <a:ext cx="11020431" cy="3727787"/>
            <a:chOff x="336550" y="1716159"/>
            <a:chExt cx="11020431" cy="372778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CD3857-E9E4-1EA1-96AF-F8848002792E}"/>
                </a:ext>
              </a:extLst>
            </p:cNvPr>
            <p:cNvGrpSpPr/>
            <p:nvPr/>
          </p:nvGrpSpPr>
          <p:grpSpPr>
            <a:xfrm>
              <a:off x="2247900" y="1716159"/>
              <a:ext cx="7696200" cy="3593136"/>
              <a:chOff x="2247900" y="1244424"/>
              <a:chExt cx="7696200" cy="3593136"/>
            </a:xfrm>
          </p:grpSpPr>
          <p:pic>
            <p:nvPicPr>
              <p:cNvPr id="7" name="Picture 6" descr="A two circles with lines and symbols&#10;&#10;Description automatically generated">
                <a:extLst>
                  <a:ext uri="{FF2B5EF4-FFF2-40B4-BE49-F238E27FC236}">
                    <a16:creationId xmlns:a16="http://schemas.microsoft.com/office/drawing/2014/main" id="{D180239C-B1E2-5955-D650-CC519621C6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47900" y="1244424"/>
                <a:ext cx="7696200" cy="328924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2AF063-DEA9-B51A-9348-AF32FEA3FAAA}"/>
                  </a:ext>
                </a:extLst>
              </p:cNvPr>
              <p:cNvSpPr txBox="1"/>
              <p:nvPr/>
            </p:nvSpPr>
            <p:spPr>
              <a:xfrm>
                <a:off x="2400300" y="4529783"/>
                <a:ext cx="23495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 Coordinates of a Qubit.</a:t>
                </a:r>
                <a:endParaRPr lang="en-IN" sz="1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0D8202-6FD0-EB63-DBB4-556E24C6CA22}"/>
                  </a:ext>
                </a:extLst>
              </p:cNvPr>
              <p:cNvSpPr txBox="1"/>
              <p:nvPr/>
            </p:nvSpPr>
            <p:spPr>
              <a:xfrm>
                <a:off x="6813550" y="4529783"/>
                <a:ext cx="23495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Bloch Sphere axes</a:t>
                </a:r>
                <a:endParaRPr lang="en-IN" sz="14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C40BA4-5AF4-CC35-259D-6798DF69A8E8}"/>
                </a:ext>
              </a:extLst>
            </p:cNvPr>
            <p:cNvGrpSpPr/>
            <p:nvPr/>
          </p:nvGrpSpPr>
          <p:grpSpPr>
            <a:xfrm>
              <a:off x="336550" y="4866865"/>
              <a:ext cx="11020431" cy="577081"/>
              <a:chOff x="336550" y="5490908"/>
              <a:chExt cx="11020431" cy="57708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72EC7F9-C45E-4DB7-1431-147FC49ED3D0}"/>
                  </a:ext>
                </a:extLst>
              </p:cNvPr>
              <p:cNvGrpSpPr/>
              <p:nvPr/>
            </p:nvGrpSpPr>
            <p:grpSpPr>
              <a:xfrm>
                <a:off x="336550" y="5490908"/>
                <a:ext cx="11020431" cy="577081"/>
                <a:chOff x="-1909806" y="-583520"/>
                <a:chExt cx="10856042" cy="560301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69BF282-9D0A-3DA5-10CF-236381E38F2D}"/>
                    </a:ext>
                  </a:extLst>
                </p:cNvPr>
                <p:cNvSpPr/>
                <p:nvPr/>
              </p:nvSpPr>
              <p:spPr>
                <a:xfrm>
                  <a:off x="4952235" y="-423010"/>
                  <a:ext cx="1363640" cy="25056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F5822EF-FDA6-D42E-307C-5DBF4F050CE6}"/>
                    </a:ext>
                  </a:extLst>
                </p:cNvPr>
                <p:cNvSpPr txBox="1"/>
                <p:nvPr/>
              </p:nvSpPr>
              <p:spPr>
                <a:xfrm>
                  <a:off x="6631783" y="-499648"/>
                  <a:ext cx="2314453" cy="4034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5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Consists of 3 sets of special basis states, known as the Pauli basis </a:t>
                  </a:r>
                  <a:endParaRPr lang="en-IN" sz="1050" b="1" u="sng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6270D89-C0E9-19CC-3652-6FE8E707DAB0}"/>
                    </a:ext>
                  </a:extLst>
                </p:cNvPr>
                <p:cNvSpPr/>
                <p:nvPr/>
              </p:nvSpPr>
              <p:spPr>
                <a:xfrm>
                  <a:off x="213861" y="-452782"/>
                  <a:ext cx="1322991" cy="25056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8E4373B-5B80-EFB8-5967-1965B64AE151}"/>
                    </a:ext>
                  </a:extLst>
                </p:cNvPr>
                <p:cNvSpPr txBox="1"/>
                <p:nvPr/>
              </p:nvSpPr>
              <p:spPr>
                <a:xfrm>
                  <a:off x="-1909806" y="-583520"/>
                  <a:ext cx="1566931" cy="5603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5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Represents any qubit state as a point on the surface of the bloch sphere</a:t>
                  </a: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9EA9151-F580-B963-9129-3213CABE5BCC}"/>
                  </a:ext>
                </a:extLst>
              </p:cNvPr>
              <p:cNvCxnSpPr>
                <a:cxnSpLocks/>
                <a:stCxn id="10" idx="1"/>
                <a:endCxn id="9" idx="3"/>
              </p:cNvCxnSpPr>
              <p:nvPr/>
            </p:nvCxnSpPr>
            <p:spPr>
              <a:xfrm flipH="1">
                <a:off x="8686789" y="5785040"/>
                <a:ext cx="320692" cy="21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F722761-45FB-B2B5-89B2-AA370EAB62EE}"/>
                  </a:ext>
                </a:extLst>
              </p:cNvPr>
              <p:cNvCxnSpPr>
                <a:cxnSpLocks/>
                <a:stCxn id="38" idx="3"/>
                <a:endCxn id="12" idx="1"/>
              </p:cNvCxnSpPr>
              <p:nvPr/>
            </p:nvCxnSpPr>
            <p:spPr>
              <a:xfrm>
                <a:off x="1927208" y="5779449"/>
                <a:ext cx="47309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3CAA87F-0C17-DF5D-2585-7C0299328C8B}"/>
              </a:ext>
            </a:extLst>
          </p:cNvPr>
          <p:cNvSpPr txBox="1"/>
          <p:nvPr/>
        </p:nvSpPr>
        <p:spPr>
          <a:xfrm>
            <a:off x="469901" y="5434028"/>
            <a:ext cx="11315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baseline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Polar Form of a Qubit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Without Loss of Generality (w.l.o.g), any qubit can be represented as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C26807-1759-F58F-18D5-BE264FE30536}"/>
                  </a:ext>
                </a:extLst>
              </p:cNvPr>
              <p:cNvSpPr txBox="1"/>
              <p:nvPr/>
            </p:nvSpPr>
            <p:spPr>
              <a:xfrm>
                <a:off x="1445678" y="5793521"/>
                <a:ext cx="965835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sup>
                      </m:sSup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|1⟩</m:t>
                          </m:r>
                        </m:e>
                      </m:func>
                    </m:oMath>
                  </m:oMathPara>
                </a14:m>
                <a:endParaRPr lang="en-IN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C26807-1759-F58F-18D5-BE264FE3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78" y="5793521"/>
                <a:ext cx="965835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2D637D07-F521-B925-15CB-DD294C37B8D3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Bloch - Sphere</a:t>
            </a:r>
            <a:endParaRPr lang="en-IN" sz="2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742B15-F04E-A2A4-6E5C-CEDAFDBD9740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71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012F45-C3BB-0D85-592F-DEB63D7C5752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Geometry of the Bloch Sphere</a:t>
            </a:r>
            <a:endParaRPr lang="en-IN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00E578-794E-C005-1E65-BE7EE0211D02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5B417C-1E7E-D2AE-A290-C9F32E9AF9E3}"/>
              </a:ext>
            </a:extLst>
          </p:cNvPr>
          <p:cNvSpPr txBox="1"/>
          <p:nvPr/>
        </p:nvSpPr>
        <p:spPr>
          <a:xfrm>
            <a:off x="550015" y="1340434"/>
            <a:ext cx="610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Bloch Sphere Demystified | Vinayak's Blog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FDB5A-940E-2840-9F4E-FA477F27FCE5}"/>
              </a:ext>
            </a:extLst>
          </p:cNvPr>
          <p:cNvSpPr txBox="1"/>
          <p:nvPr/>
        </p:nvSpPr>
        <p:spPr>
          <a:xfrm>
            <a:off x="495013" y="953178"/>
            <a:ext cx="6490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blog post better explains the idea of the Bloch Sphere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ACEF40-DB48-5B63-0C29-1B00DA60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119" y="2073272"/>
            <a:ext cx="8073762" cy="3831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7849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logos&#10;&#10;Description automatically generated">
            <a:extLst>
              <a:ext uri="{FF2B5EF4-FFF2-40B4-BE49-F238E27FC236}">
                <a16:creationId xmlns:a16="http://schemas.microsoft.com/office/drawing/2014/main" id="{12FCCE3E-59F5-71A9-0153-1F495567E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85" y="2157571"/>
            <a:ext cx="5409524" cy="2542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763BCB-6193-0E3E-E174-B8CB23D3BF46}"/>
              </a:ext>
            </a:extLst>
          </p:cNvPr>
          <p:cNvSpPr txBox="1"/>
          <p:nvPr/>
        </p:nvSpPr>
        <p:spPr>
          <a:xfrm>
            <a:off x="0" y="6627168"/>
            <a:ext cx="1384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Explicit Quantum Models</a:t>
            </a:r>
            <a:endParaRPr lang="en-IN" sz="9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0007FC-6B23-D691-3261-3EA2F6833574}"/>
              </a:ext>
            </a:extLst>
          </p:cNvPr>
          <p:cNvGrpSpPr/>
          <p:nvPr/>
        </p:nvGrpSpPr>
        <p:grpSpPr>
          <a:xfrm>
            <a:off x="6902792" y="3140045"/>
            <a:ext cx="4755808" cy="577907"/>
            <a:chOff x="5504446" y="2123574"/>
            <a:chExt cx="6376737" cy="5779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7B05BE-54C9-28AF-2BD4-117581C7AA57}"/>
                </a:ext>
              </a:extLst>
            </p:cNvPr>
            <p:cNvSpPr txBox="1"/>
            <p:nvPr/>
          </p:nvSpPr>
          <p:spPr>
            <a:xfrm>
              <a:off x="5504446" y="2123574"/>
              <a:ext cx="6376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Open the Git Repository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D5FC7A-19A7-362B-431F-CB05332053ED}"/>
                </a:ext>
              </a:extLst>
            </p:cNvPr>
            <p:cNvSpPr txBox="1"/>
            <p:nvPr/>
          </p:nvSpPr>
          <p:spPr>
            <a:xfrm>
              <a:off x="5504446" y="2424482"/>
              <a:ext cx="63767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Lato Semibold" panose="020F0502020204030203" pitchFamily="34" charset="0"/>
                  <a:cs typeface="Times New Roman" panose="02020603050405020304" pitchFamily="18" charset="0"/>
                </a:rPr>
                <a:t>Open the GitHub repository to look at the code.</a:t>
              </a:r>
              <a:endParaRPr lang="en-IN" sz="1200" dirty="0">
                <a:latin typeface="Times New Roman" panose="02020603050405020304" pitchFamily="18" charset="0"/>
                <a:ea typeface="Lato Semibold" panose="020F0502020204030203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944A427-5942-ACE0-AEBC-D6A0DB79ED6A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Let’s code some of this out</a:t>
            </a:r>
            <a:endParaRPr lang="en-IN" sz="2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658EA1-C2AE-8906-3252-4E6A88FA5A21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8E28D9D-E837-FB30-E780-D3937F5C3D3D}"/>
              </a:ext>
            </a:extLst>
          </p:cNvPr>
          <p:cNvSpPr txBox="1"/>
          <p:nvPr/>
        </p:nvSpPr>
        <p:spPr>
          <a:xfrm>
            <a:off x="3052584" y="4826351"/>
            <a:ext cx="6105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3"/>
              </a:rPr>
              <a:t>QuantumClubASU</a:t>
            </a:r>
            <a:r>
              <a:rPr lang="en-IN" dirty="0">
                <a:hlinkClick r:id="rId3"/>
              </a:rPr>
              <a:t>/QML-Lecture-Series: Repository for QML lecture series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95491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3DE0-6023-B5A9-07C5-C1A786F3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FC3FD71-7879-D3BD-4A8D-06EE5FC1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768" y="1682920"/>
            <a:ext cx="3481319" cy="34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1A0F37E-9A65-C478-98B4-9A4834C0CDAC}"/>
              </a:ext>
            </a:extLst>
          </p:cNvPr>
          <p:cNvGrpSpPr/>
          <p:nvPr/>
        </p:nvGrpSpPr>
        <p:grpSpPr>
          <a:xfrm>
            <a:off x="2389485" y="1672841"/>
            <a:ext cx="3470295" cy="4152109"/>
            <a:chOff x="2006121" y="2307299"/>
            <a:chExt cx="2751320" cy="327000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4047B1D-48DE-4667-0F9C-5549AC5650A2}"/>
                </a:ext>
              </a:extLst>
            </p:cNvPr>
            <p:cNvSpPr txBox="1">
              <a:spLocks/>
            </p:cNvSpPr>
            <p:nvPr/>
          </p:nvSpPr>
          <p:spPr>
            <a:xfrm>
              <a:off x="2006121" y="5058619"/>
              <a:ext cx="2751320" cy="518683"/>
            </a:xfrm>
            <a:prstGeom prst="rect">
              <a:avLst/>
            </a:prstGeom>
            <a:solidFill>
              <a:srgbClr val="8C1D40"/>
            </a:solidFill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b="1" kern="1200">
                  <a:solidFill>
                    <a:srgbClr val="8C1D40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Check in here!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9D4DC9-DAB4-2E95-2C28-668E730AD76C}"/>
                </a:ext>
              </a:extLst>
            </p:cNvPr>
            <p:cNvSpPr/>
            <p:nvPr/>
          </p:nvSpPr>
          <p:spPr>
            <a:xfrm>
              <a:off x="2006121" y="2307299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840759-7329-42EE-9061-0CB6363804B3}"/>
              </a:ext>
            </a:extLst>
          </p:cNvPr>
          <p:cNvGrpSpPr/>
          <p:nvPr/>
        </p:nvGrpSpPr>
        <p:grpSpPr>
          <a:xfrm>
            <a:off x="6702905" y="1672842"/>
            <a:ext cx="3472106" cy="4124521"/>
            <a:chOff x="7114385" y="2307298"/>
            <a:chExt cx="2752756" cy="32700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281AEC-80B9-4C90-4765-8F173C9AE8E4}"/>
                </a:ext>
              </a:extLst>
            </p:cNvPr>
            <p:cNvGrpSpPr/>
            <p:nvPr/>
          </p:nvGrpSpPr>
          <p:grpSpPr>
            <a:xfrm>
              <a:off x="7114385" y="2307299"/>
              <a:ext cx="2752756" cy="3270003"/>
              <a:chOff x="7114385" y="2307299"/>
              <a:chExt cx="2752756" cy="327000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A892313-961A-BB2F-19F2-35155318A4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5821" y="2307299"/>
                <a:ext cx="2751320" cy="2751320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8F185DE0-0CB6-1658-05FF-9781206A3C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385" y="5058619"/>
                <a:ext cx="2751320" cy="518683"/>
              </a:xfrm>
              <a:prstGeom prst="rect">
                <a:avLst/>
              </a:prstGeom>
              <a:solidFill>
                <a:srgbClr val="8C1D40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b="1" kern="1200">
                    <a:solidFill>
                      <a:srgbClr val="8C1D4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Join us on SDC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8AA36A-519B-7B17-62AA-BDEAB4D6CDED}"/>
                </a:ext>
              </a:extLst>
            </p:cNvPr>
            <p:cNvSpPr/>
            <p:nvPr/>
          </p:nvSpPr>
          <p:spPr>
            <a:xfrm>
              <a:off x="7114385" y="2307298"/>
              <a:ext cx="2751320" cy="32700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AAEF26E-955C-1893-7F41-3EDBD2C755AE}"/>
              </a:ext>
            </a:extLst>
          </p:cNvPr>
          <p:cNvSpPr>
            <a:spLocks noGrp="1"/>
          </p:cNvSpPr>
          <p:nvPr/>
        </p:nvSpPr>
        <p:spPr>
          <a:xfrm>
            <a:off x="1360714" y="246927"/>
            <a:ext cx="9144000" cy="10424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to Check-in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744003-3301-C2F2-9399-DDD09E90CB8D}"/>
              </a:ext>
            </a:extLst>
          </p:cNvPr>
          <p:cNvSpPr txBox="1"/>
          <p:nvPr/>
        </p:nvSpPr>
        <p:spPr>
          <a:xfrm rot="16200000">
            <a:off x="199708" y="3639248"/>
            <a:ext cx="40328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4"/>
              </a:rPr>
              <a:t>https://cglink.me/22J/c38604392504131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5957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igh Five Maru GIFs - Find &amp; Share on GIPHY">
            <a:extLst>
              <a:ext uri="{FF2B5EF4-FFF2-40B4-BE49-F238E27FC236}">
                <a16:creationId xmlns:a16="http://schemas.microsoft.com/office/drawing/2014/main" id="{DF3D90D3-8DDD-9600-DC02-D5E0C6496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44" y="1905108"/>
            <a:ext cx="4762500" cy="2676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96CCE5-C36A-6990-B982-973F67CBDF48}"/>
              </a:ext>
            </a:extLst>
          </p:cNvPr>
          <p:cNvSpPr txBox="1">
            <a:spLocks/>
          </p:cNvSpPr>
          <p:nvPr/>
        </p:nvSpPr>
        <p:spPr>
          <a:xfrm>
            <a:off x="0" y="48722"/>
            <a:ext cx="12192000" cy="4944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Lato Semibold" panose="020F0502020204030203" pitchFamily="34" charset="0"/>
                <a:ea typeface="+mj-ea"/>
                <a:cs typeface="Lato Semibold" panose="020F0502020204030203" pitchFamily="34" charset="0"/>
              </a:defRPr>
            </a:lvl1pPr>
          </a:lstStyle>
          <a:p>
            <a:r>
              <a:rPr lang="en-US" sz="2800" b="1" dirty="0">
                <a:solidFill>
                  <a:srgbClr val="8C1D40"/>
                </a:solidFill>
                <a:latin typeface="Aptos Display" panose="02110004020202020204"/>
                <a:cs typeface="+mj-cs"/>
              </a:rPr>
              <a:t>The End…</a:t>
            </a:r>
            <a:endParaRPr lang="en-IN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7E405E-9DB7-163F-39BB-97054CDEA5E6}"/>
              </a:ext>
            </a:extLst>
          </p:cNvPr>
          <p:cNvCxnSpPr/>
          <p:nvPr/>
        </p:nvCxnSpPr>
        <p:spPr>
          <a:xfrm>
            <a:off x="0" y="565921"/>
            <a:ext cx="12192000" cy="0"/>
          </a:xfrm>
          <a:prstGeom prst="line">
            <a:avLst/>
          </a:prstGeom>
          <a:ln w="28575">
            <a:solidFill>
              <a:srgbClr val="901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EFB8724-5BD6-5775-C2BE-18252752081D}"/>
              </a:ext>
            </a:extLst>
          </p:cNvPr>
          <p:cNvSpPr>
            <a:spLocks noGrp="1"/>
          </p:cNvSpPr>
          <p:nvPr/>
        </p:nvSpPr>
        <p:spPr>
          <a:xfrm>
            <a:off x="5652120" y="2770700"/>
            <a:ext cx="5815836" cy="746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8C1D4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made it folks!!! </a:t>
            </a:r>
            <a:endParaRPr lang="en-IN" b="1" dirty="0">
              <a:solidFill>
                <a:srgbClr val="8C1D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85143"/>
      </p:ext>
    </p:extLst>
  </p:cSld>
  <p:clrMapOvr>
    <a:masterClrMapping/>
  </p:clrMapOvr>
</p:sld>
</file>

<file path=ppt/theme/theme1.xml><?xml version="1.0" encoding="utf-8"?>
<a:theme xmlns:a="http://schemas.openxmlformats.org/drawingml/2006/main" name="MPS_Lab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PS_Lab" id="{4FFC0406-4B63-4170-88BE-9BB5E3A02F87}" vid="{D88DA0F6-1C0D-47BE-B63E-89FDBA4FCAA7}"/>
    </a:ext>
  </a:extLst>
</a:theme>
</file>

<file path=ppt/theme/theme2.xml><?xml version="1.0" encoding="utf-8"?>
<a:theme xmlns:a="http://schemas.openxmlformats.org/drawingml/2006/main" name="1_MPS_Lab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PS_Lab" id="{FEF7ADE1-770B-484B-9944-B68831DCD566}" vid="{145A5ADA-A705-4CCB-849E-9360D3F57A2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MPS_Lab</Template>
  <TotalTime>23</TotalTime>
  <Words>1533</Words>
  <Application>Microsoft Office PowerPoint</Application>
  <PresentationFormat>Widescreen</PresentationFormat>
  <Paragraphs>164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Lato</vt:lpstr>
      <vt:lpstr>Lato Heavy</vt:lpstr>
      <vt:lpstr>Lato Light</vt:lpstr>
      <vt:lpstr>Lato Medium</vt:lpstr>
      <vt:lpstr>Lato Semibold</vt:lpstr>
      <vt:lpstr>Times New Roman</vt:lpstr>
      <vt:lpstr>MPS_Lab</vt:lpstr>
      <vt:lpstr>1_MPS_Lab</vt:lpstr>
      <vt:lpstr>PowerPoint Presentation</vt:lpstr>
      <vt:lpstr>Presenter</vt:lpstr>
      <vt:lpstr>Dirac and Vector Notation</vt:lpstr>
      <vt:lpstr>Simplified Vector Notation</vt:lpstr>
      <vt:lpstr>Writing in Basis.</vt:lpstr>
      <vt:lpstr>PowerPoint Presentation</vt:lpstr>
      <vt:lpstr>PowerPoint Presentation</vt:lpstr>
      <vt:lpstr>Intro to Quantum Computing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Vinayak Sharma (Student)</cp:lastModifiedBy>
  <cp:revision>4</cp:revision>
  <dcterms:created xsi:type="dcterms:W3CDTF">2024-10-01T01:07:54Z</dcterms:created>
  <dcterms:modified xsi:type="dcterms:W3CDTF">2025-10-07T07:34:51Z</dcterms:modified>
</cp:coreProperties>
</file>