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ata2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  <p:sldMasterId id="2147483755" r:id="rId2"/>
    <p:sldMasterId id="2147483758" r:id="rId3"/>
  </p:sldMasterIdLst>
  <p:notesMasterIdLst>
    <p:notesMasterId r:id="rId32"/>
  </p:notesMasterIdLst>
  <p:sldIdLst>
    <p:sldId id="310" r:id="rId4"/>
    <p:sldId id="256" r:id="rId5"/>
    <p:sldId id="332" r:id="rId6"/>
    <p:sldId id="265" r:id="rId7"/>
    <p:sldId id="335" r:id="rId8"/>
    <p:sldId id="334" r:id="rId9"/>
    <p:sldId id="268" r:id="rId10"/>
    <p:sldId id="314" r:id="rId11"/>
    <p:sldId id="315" r:id="rId12"/>
    <p:sldId id="257" r:id="rId13"/>
    <p:sldId id="331" r:id="rId14"/>
    <p:sldId id="264" r:id="rId15"/>
    <p:sldId id="336" r:id="rId16"/>
    <p:sldId id="338" r:id="rId17"/>
    <p:sldId id="319" r:id="rId18"/>
    <p:sldId id="320" r:id="rId19"/>
    <p:sldId id="321" r:id="rId20"/>
    <p:sldId id="322" r:id="rId21"/>
    <p:sldId id="337" r:id="rId22"/>
    <p:sldId id="312" r:id="rId23"/>
    <p:sldId id="316" r:id="rId24"/>
    <p:sldId id="317" r:id="rId25"/>
    <p:sldId id="318" r:id="rId26"/>
    <p:sldId id="339" r:id="rId27"/>
    <p:sldId id="340" r:id="rId28"/>
    <p:sldId id="325" r:id="rId29"/>
    <p:sldId id="330" r:id="rId30"/>
    <p:sldId id="323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B103B4-05BA-46B1-8BA9-3DA9892E3B3F}">
          <p14:sldIdLst>
            <p14:sldId id="310"/>
          </p14:sldIdLst>
        </p14:section>
        <p14:section name="Single Qubit Computation" id="{73A282F2-1FCD-4C62-B594-F248A791973A}">
          <p14:sldIdLst>
            <p14:sldId id="256"/>
            <p14:sldId id="332"/>
            <p14:sldId id="265"/>
            <p14:sldId id="335"/>
            <p14:sldId id="334"/>
            <p14:sldId id="268"/>
            <p14:sldId id="314"/>
            <p14:sldId id="315"/>
            <p14:sldId id="257"/>
            <p14:sldId id="331"/>
            <p14:sldId id="264"/>
            <p14:sldId id="336"/>
            <p14:sldId id="338"/>
          </p14:sldIdLst>
        </p14:section>
        <p14:section name="Multi-Qubit Systems" id="{4104B458-E7BA-4A71-B439-995A849D674B}">
          <p14:sldIdLst>
            <p14:sldId id="319"/>
            <p14:sldId id="320"/>
            <p14:sldId id="321"/>
            <p14:sldId id="322"/>
          </p14:sldIdLst>
        </p14:section>
        <p14:section name="Multi-qubit Gates" id="{511607FA-3F31-4220-AE35-A166D74DE512}">
          <p14:sldIdLst>
            <p14:sldId id="337"/>
            <p14:sldId id="312"/>
            <p14:sldId id="316"/>
            <p14:sldId id="317"/>
            <p14:sldId id="318"/>
            <p14:sldId id="339"/>
            <p14:sldId id="340"/>
            <p14:sldId id="325"/>
          </p14:sldIdLst>
        </p14:section>
        <p14:section name="Conclusion" id="{89E9AFA6-25AA-4BC5-9464-316C84019CD9}">
          <p14:sldIdLst>
            <p14:sldId id="330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01340"/>
    <a:srgbClr val="32324C"/>
    <a:srgbClr val="397B5D"/>
    <a:srgbClr val="D0D5DB"/>
    <a:srgbClr val="001B52"/>
    <a:srgbClr val="147987"/>
    <a:srgbClr val="4FAC83"/>
    <a:srgbClr val="3A7E5F"/>
    <a:srgbClr val="001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40CA08-DE04-4132-A17E-0BDF5E6CD2D3}" v="2" dt="2025-10-08T01:26:58.719"/>
    <p1510:client id="{30CC04DC-1BC1-442B-AF6E-BC723A1CB2F4}" v="1117" dt="2025-10-07T08:46:09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56"/>
    <p:restoredTop sz="94591"/>
  </p:normalViewPr>
  <p:slideViewPr>
    <p:cSldViewPr snapToGrid="0">
      <p:cViewPr varScale="1">
        <p:scale>
          <a:sx n="121" d="100"/>
          <a:sy n="121" d="100"/>
        </p:scale>
        <p:origin x="208" y="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 Sharma (Student)" userId="5017081d-1688-4eda-a2f9-bb27e4f819ba" providerId="ADAL" clId="{ACC21BB1-644A-4677-9BB1-9BA981B64D62}"/>
    <pc:docChg chg="undo custSel addSld delSld modSld sldOrd modMainMaster addSection modSection">
      <pc:chgData name="Vinayak Sharma (Student)" userId="5017081d-1688-4eda-a2f9-bb27e4f819ba" providerId="ADAL" clId="{ACC21BB1-644A-4677-9BB1-9BA981B64D62}" dt="2025-10-07T08:46:33.786" v="3314" actId="1076"/>
      <pc:docMkLst>
        <pc:docMk/>
      </pc:docMkLst>
      <pc:sldChg chg="modSp mod">
        <pc:chgData name="Vinayak Sharma (Student)" userId="5017081d-1688-4eda-a2f9-bb27e4f819ba" providerId="ADAL" clId="{ACC21BB1-644A-4677-9BB1-9BA981B64D62}" dt="2025-10-07T08:03:18.096" v="1702" actId="20577"/>
        <pc:sldMkLst>
          <pc:docMk/>
          <pc:sldMk cId="109857222" sldId="256"/>
        </pc:sldMkLst>
        <pc:spChg chg="mod">
          <ac:chgData name="Vinayak Sharma (Student)" userId="5017081d-1688-4eda-a2f9-bb27e4f819ba" providerId="ADAL" clId="{ACC21BB1-644A-4677-9BB1-9BA981B64D62}" dt="2025-10-07T08:03:18.096" v="1702" actId="20577"/>
          <ac:spMkLst>
            <pc:docMk/>
            <pc:sldMk cId="109857222" sldId="256"/>
            <ac:spMk id="6" creationId="{17417631-6A90-F2B4-6302-B5F0F16759EF}"/>
          </ac:spMkLst>
        </pc:spChg>
        <pc:spChg chg="mod">
          <ac:chgData name="Vinayak Sharma (Student)" userId="5017081d-1688-4eda-a2f9-bb27e4f819ba" providerId="ADAL" clId="{ACC21BB1-644A-4677-9BB1-9BA981B64D62}" dt="2025-10-07T07:17:08.399" v="61" actId="20577"/>
          <ac:spMkLst>
            <pc:docMk/>
            <pc:sldMk cId="109857222" sldId="256"/>
            <ac:spMk id="7" creationId="{40D0CFA5-5820-4495-AC8A-A3FD406DBB02}"/>
          </ac:spMkLst>
        </pc:spChg>
      </pc:sldChg>
      <pc:sldChg chg="addSp delSp modSp add mod">
        <pc:chgData name="Vinayak Sharma (Student)" userId="5017081d-1688-4eda-a2f9-bb27e4f819ba" providerId="ADAL" clId="{ACC21BB1-644A-4677-9BB1-9BA981B64D62}" dt="2025-10-07T08:08:21.226" v="1827"/>
        <pc:sldMkLst>
          <pc:docMk/>
          <pc:sldMk cId="410259872" sldId="257"/>
        </pc:sldMkLst>
        <pc:spChg chg="del mod">
          <ac:chgData name="Vinayak Sharma (Student)" userId="5017081d-1688-4eda-a2f9-bb27e4f819ba" providerId="ADAL" clId="{ACC21BB1-644A-4677-9BB1-9BA981B64D62}" dt="2025-10-07T08:08:18.238" v="1825" actId="478"/>
          <ac:spMkLst>
            <pc:docMk/>
            <pc:sldMk cId="410259872" sldId="257"/>
            <ac:spMk id="4" creationId="{C0301D36-25D6-FF54-8002-2985EC30CFAA}"/>
          </ac:spMkLst>
        </pc:spChg>
        <pc:spChg chg="del">
          <ac:chgData name="Vinayak Sharma (Student)" userId="5017081d-1688-4eda-a2f9-bb27e4f819ba" providerId="ADAL" clId="{ACC21BB1-644A-4677-9BB1-9BA981B64D62}" dt="2025-10-07T08:08:04.516" v="1816" actId="478"/>
          <ac:spMkLst>
            <pc:docMk/>
            <pc:sldMk cId="410259872" sldId="257"/>
            <ac:spMk id="5" creationId="{30F5DA7B-191F-B449-AFBA-23868E2B9798}"/>
          </ac:spMkLst>
        </pc:spChg>
        <pc:spChg chg="add del mod">
          <ac:chgData name="Vinayak Sharma (Student)" userId="5017081d-1688-4eda-a2f9-bb27e4f819ba" providerId="ADAL" clId="{ACC21BB1-644A-4677-9BB1-9BA981B64D62}" dt="2025-10-07T08:08:06.503" v="1817" actId="478"/>
          <ac:spMkLst>
            <pc:docMk/>
            <pc:sldMk cId="410259872" sldId="257"/>
            <ac:spMk id="10" creationId="{DA23A7DE-C7A7-9362-C623-D674E41F0F78}"/>
          </ac:spMkLst>
        </pc:spChg>
        <pc:spChg chg="add mod">
          <ac:chgData name="Vinayak Sharma (Student)" userId="5017081d-1688-4eda-a2f9-bb27e4f819ba" providerId="ADAL" clId="{ACC21BB1-644A-4677-9BB1-9BA981B64D62}" dt="2025-10-07T08:08:21.226" v="1827"/>
          <ac:spMkLst>
            <pc:docMk/>
            <pc:sldMk cId="410259872" sldId="257"/>
            <ac:spMk id="16" creationId="{08ED416B-8CE7-2C97-6D5C-E263EE458194}"/>
          </ac:spMkLst>
        </pc:spChg>
        <pc:cxnChg chg="add mod">
          <ac:chgData name="Vinayak Sharma (Student)" userId="5017081d-1688-4eda-a2f9-bb27e4f819ba" providerId="ADAL" clId="{ACC21BB1-644A-4677-9BB1-9BA981B64D62}" dt="2025-10-07T08:08:15.031" v="1822"/>
          <ac:cxnSpMkLst>
            <pc:docMk/>
            <pc:sldMk cId="410259872" sldId="257"/>
            <ac:cxnSpMk id="17" creationId="{01E1E841-E40D-197D-9F6E-8CD5733F4D62}"/>
          </ac:cxnSpMkLst>
        </pc:cxnChg>
      </pc:sldChg>
      <pc:sldChg chg="add del">
        <pc:chgData name="Vinayak Sharma (Student)" userId="5017081d-1688-4eda-a2f9-bb27e4f819ba" providerId="ADAL" clId="{ACC21BB1-644A-4677-9BB1-9BA981B64D62}" dt="2025-10-07T07:54:46.893" v="1172"/>
        <pc:sldMkLst>
          <pc:docMk/>
          <pc:sldMk cId="2903679748" sldId="259"/>
        </pc:sldMkLst>
      </pc:sldChg>
      <pc:sldChg chg="del">
        <pc:chgData name="Vinayak Sharma (Student)" userId="5017081d-1688-4eda-a2f9-bb27e4f819ba" providerId="ADAL" clId="{ACC21BB1-644A-4677-9BB1-9BA981B64D62}" dt="2025-10-07T07:39:58.798" v="129" actId="47"/>
        <pc:sldMkLst>
          <pc:docMk/>
          <pc:sldMk cId="1728835245" sldId="264"/>
        </pc:sldMkLst>
      </pc:sldChg>
      <pc:sldChg chg="add del">
        <pc:chgData name="Vinayak Sharma (Student)" userId="5017081d-1688-4eda-a2f9-bb27e4f819ba" providerId="ADAL" clId="{ACC21BB1-644A-4677-9BB1-9BA981B64D62}" dt="2025-10-07T08:09:44.578" v="1829" actId="2696"/>
        <pc:sldMkLst>
          <pc:docMk/>
          <pc:sldMk cId="2520446071" sldId="264"/>
        </pc:sldMkLst>
      </pc:sldChg>
      <pc:sldChg chg="addSp delSp modSp add mod">
        <pc:chgData name="Vinayak Sharma (Student)" userId="5017081d-1688-4eda-a2f9-bb27e4f819ba" providerId="ADAL" clId="{ACC21BB1-644A-4677-9BB1-9BA981B64D62}" dt="2025-10-07T08:10:31.368" v="1856"/>
        <pc:sldMkLst>
          <pc:docMk/>
          <pc:sldMk cId="3056255717" sldId="264"/>
        </pc:sldMkLst>
        <pc:spChg chg="add del mod">
          <ac:chgData name="Vinayak Sharma (Student)" userId="5017081d-1688-4eda-a2f9-bb27e4f819ba" providerId="ADAL" clId="{ACC21BB1-644A-4677-9BB1-9BA981B64D62}" dt="2025-10-07T08:10:10.850" v="1845" actId="478"/>
          <ac:spMkLst>
            <pc:docMk/>
            <pc:sldMk cId="3056255717" sldId="264"/>
            <ac:spMk id="3" creationId="{0FBC2ADF-854B-B1B4-DE4C-632ADFF697F4}"/>
          </ac:spMkLst>
        </pc:spChg>
        <pc:spChg chg="add mod">
          <ac:chgData name="Vinayak Sharma (Student)" userId="5017081d-1688-4eda-a2f9-bb27e4f819ba" providerId="ADAL" clId="{ACC21BB1-644A-4677-9BB1-9BA981B64D62}" dt="2025-10-07T08:10:01.871" v="1834"/>
          <ac:spMkLst>
            <pc:docMk/>
            <pc:sldMk cId="3056255717" sldId="264"/>
            <ac:spMk id="4" creationId="{16B574FD-93E5-8375-2F30-173CBEC9BC3A}"/>
          </ac:spMkLst>
        </pc:spChg>
        <pc:spChg chg="del mod">
          <ac:chgData name="Vinayak Sharma (Student)" userId="5017081d-1688-4eda-a2f9-bb27e4f819ba" providerId="ADAL" clId="{ACC21BB1-644A-4677-9BB1-9BA981B64D62}" dt="2025-10-07T08:10:29.722" v="1854" actId="478"/>
          <ac:spMkLst>
            <pc:docMk/>
            <pc:sldMk cId="3056255717" sldId="264"/>
            <ac:spMk id="5" creationId="{C33A6158-260C-6807-D67D-0F2B0C0AA1A2}"/>
          </ac:spMkLst>
        </pc:spChg>
        <pc:spChg chg="add del mod">
          <ac:chgData name="Vinayak Sharma (Student)" userId="5017081d-1688-4eda-a2f9-bb27e4f819ba" providerId="ADAL" clId="{ACC21BB1-644A-4677-9BB1-9BA981B64D62}" dt="2025-10-07T08:10:12.988" v="1848" actId="478"/>
          <ac:spMkLst>
            <pc:docMk/>
            <pc:sldMk cId="3056255717" sldId="264"/>
            <ac:spMk id="6" creationId="{7AE31D18-0ECD-936B-6462-AFAC20132EBE}"/>
          </ac:spMkLst>
        </pc:spChg>
        <pc:spChg chg="mod">
          <ac:chgData name="Vinayak Sharma (Student)" userId="5017081d-1688-4eda-a2f9-bb27e4f819ba" providerId="ADAL" clId="{ACC21BB1-644A-4677-9BB1-9BA981B64D62}" dt="2025-10-07T08:10:08.624" v="1840"/>
          <ac:spMkLst>
            <pc:docMk/>
            <pc:sldMk cId="3056255717" sldId="264"/>
            <ac:spMk id="7" creationId="{22ACCC42-6171-5A76-466E-6D3DBAE3506C}"/>
          </ac:spMkLst>
        </pc:spChg>
        <pc:spChg chg="add del">
          <ac:chgData name="Vinayak Sharma (Student)" userId="5017081d-1688-4eda-a2f9-bb27e4f819ba" providerId="ADAL" clId="{ACC21BB1-644A-4677-9BB1-9BA981B64D62}" dt="2025-10-07T08:10:09.701" v="1842" actId="22"/>
          <ac:spMkLst>
            <pc:docMk/>
            <pc:sldMk cId="3056255717" sldId="264"/>
            <ac:spMk id="17" creationId="{A379080E-9AE7-A646-B2EF-5705064AD84D}"/>
          </ac:spMkLst>
        </pc:spChg>
        <pc:spChg chg="add del mod">
          <ac:chgData name="Vinayak Sharma (Student)" userId="5017081d-1688-4eda-a2f9-bb27e4f819ba" providerId="ADAL" clId="{ACC21BB1-644A-4677-9BB1-9BA981B64D62}" dt="2025-10-07T08:10:14.590" v="1849" actId="478"/>
          <ac:spMkLst>
            <pc:docMk/>
            <pc:sldMk cId="3056255717" sldId="264"/>
            <ac:spMk id="19" creationId="{71E210A7-C634-9483-1202-7FC982DBC7F4}"/>
          </ac:spMkLst>
        </pc:spChg>
        <pc:spChg chg="add mod">
          <ac:chgData name="Vinayak Sharma (Student)" userId="5017081d-1688-4eda-a2f9-bb27e4f819ba" providerId="ADAL" clId="{ACC21BB1-644A-4677-9BB1-9BA981B64D62}" dt="2025-10-07T08:10:31.368" v="1856"/>
          <ac:spMkLst>
            <pc:docMk/>
            <pc:sldMk cId="3056255717" sldId="264"/>
            <ac:spMk id="20" creationId="{928A8D3F-572D-7BF9-9A08-BB42A8943AC5}"/>
          </ac:spMkLst>
        </pc:spChg>
        <pc:cxnChg chg="add mod">
          <ac:chgData name="Vinayak Sharma (Student)" userId="5017081d-1688-4eda-a2f9-bb27e4f819ba" providerId="ADAL" clId="{ACC21BB1-644A-4677-9BB1-9BA981B64D62}" dt="2025-10-07T08:10:01.871" v="1834"/>
          <ac:cxnSpMkLst>
            <pc:docMk/>
            <pc:sldMk cId="3056255717" sldId="264"/>
            <ac:cxnSpMk id="15" creationId="{281C00FB-8931-74ED-8BE0-426D7F80918B}"/>
          </ac:cxnSpMkLst>
        </pc:cxnChg>
        <pc:cxnChg chg="add mod">
          <ac:chgData name="Vinayak Sharma (Student)" userId="5017081d-1688-4eda-a2f9-bb27e4f819ba" providerId="ADAL" clId="{ACC21BB1-644A-4677-9BB1-9BA981B64D62}" dt="2025-10-07T08:10:27.214" v="1852"/>
          <ac:cxnSpMkLst>
            <pc:docMk/>
            <pc:sldMk cId="3056255717" sldId="264"/>
            <ac:cxnSpMk id="22" creationId="{2068FAFF-B968-0C48-74F4-DE682D3AFC91}"/>
          </ac:cxnSpMkLst>
        </pc:cxnChg>
      </pc:sldChg>
      <pc:sldChg chg="modSp add mod">
        <pc:chgData name="Vinayak Sharma (Student)" userId="5017081d-1688-4eda-a2f9-bb27e4f819ba" providerId="ADAL" clId="{ACC21BB1-644A-4677-9BB1-9BA981B64D62}" dt="2025-10-07T07:53:43.314" v="1098" actId="20577"/>
        <pc:sldMkLst>
          <pc:docMk/>
          <pc:sldMk cId="1016712345" sldId="265"/>
        </pc:sldMkLst>
        <pc:spChg chg="mod">
          <ac:chgData name="Vinayak Sharma (Student)" userId="5017081d-1688-4eda-a2f9-bb27e4f819ba" providerId="ADAL" clId="{ACC21BB1-644A-4677-9BB1-9BA981B64D62}" dt="2025-10-07T07:53:36.277" v="1078" actId="5793"/>
          <ac:spMkLst>
            <pc:docMk/>
            <pc:sldMk cId="1016712345" sldId="265"/>
            <ac:spMk id="16" creationId="{2D637D07-F521-B925-15CB-DD294C37B8D3}"/>
          </ac:spMkLst>
        </pc:spChg>
        <pc:spChg chg="mod">
          <ac:chgData name="Vinayak Sharma (Student)" userId="5017081d-1688-4eda-a2f9-bb27e4f819ba" providerId="ADAL" clId="{ACC21BB1-644A-4677-9BB1-9BA981B64D62}" dt="2025-10-07T07:53:43.314" v="1098" actId="20577"/>
          <ac:spMkLst>
            <pc:docMk/>
            <pc:sldMk cId="1016712345" sldId="265"/>
            <ac:spMk id="34" creationId="{33CAA87F-0C17-DF5D-2585-7C0299328C8B}"/>
          </ac:spMkLst>
        </pc:spChg>
      </pc:sldChg>
      <pc:sldChg chg="addSp delSp modSp add mod delAnim modAnim">
        <pc:chgData name="Vinayak Sharma (Student)" userId="5017081d-1688-4eda-a2f9-bb27e4f819ba" providerId="ADAL" clId="{ACC21BB1-644A-4677-9BB1-9BA981B64D62}" dt="2025-10-07T08:35:51.700" v="3004" actId="1076"/>
        <pc:sldMkLst>
          <pc:docMk/>
          <pc:sldMk cId="2460429060" sldId="268"/>
        </pc:sldMkLst>
        <pc:spChg chg="add mod">
          <ac:chgData name="Vinayak Sharma (Student)" userId="5017081d-1688-4eda-a2f9-bb27e4f819ba" providerId="ADAL" clId="{ACC21BB1-644A-4677-9BB1-9BA981B64D62}" dt="2025-10-07T08:07:13.511" v="1811" actId="1076"/>
          <ac:spMkLst>
            <pc:docMk/>
            <pc:sldMk cId="2460429060" sldId="268"/>
            <ac:spMk id="5" creationId="{92C0B95B-2EF5-D975-A8CA-563ABF8F6943}"/>
          </ac:spMkLst>
        </pc:spChg>
        <pc:spChg chg="mod">
          <ac:chgData name="Vinayak Sharma (Student)" userId="5017081d-1688-4eda-a2f9-bb27e4f819ba" providerId="ADAL" clId="{ACC21BB1-644A-4677-9BB1-9BA981B64D62}" dt="2025-10-07T08:34:33.929" v="2812" actId="113"/>
          <ac:spMkLst>
            <pc:docMk/>
            <pc:sldMk cId="2460429060" sldId="268"/>
            <ac:spMk id="60" creationId="{8DBAA591-43CE-4782-3038-07CB03CDF551}"/>
          </ac:spMkLst>
        </pc:spChg>
        <pc:spChg chg="mod">
          <ac:chgData name="Vinayak Sharma (Student)" userId="5017081d-1688-4eda-a2f9-bb27e4f819ba" providerId="ADAL" clId="{ACC21BB1-644A-4677-9BB1-9BA981B64D62}" dt="2025-10-07T08:05:08.253" v="1714" actId="403"/>
          <ac:spMkLst>
            <pc:docMk/>
            <pc:sldMk cId="2460429060" sldId="268"/>
            <ac:spMk id="74" creationId="{9D11488F-E873-B732-7A56-CF097D3352C4}"/>
          </ac:spMkLst>
        </pc:spChg>
        <pc:spChg chg="mod">
          <ac:chgData name="Vinayak Sharma (Student)" userId="5017081d-1688-4eda-a2f9-bb27e4f819ba" providerId="ADAL" clId="{ACC21BB1-644A-4677-9BB1-9BA981B64D62}" dt="2025-10-07T08:06:54.596" v="1802" actId="1076"/>
          <ac:spMkLst>
            <pc:docMk/>
            <pc:sldMk cId="2460429060" sldId="268"/>
            <ac:spMk id="75" creationId="{880DFC51-375B-8963-D366-06F053A9CEB1}"/>
          </ac:spMkLst>
        </pc:spChg>
        <pc:spChg chg="mod">
          <ac:chgData name="Vinayak Sharma (Student)" userId="5017081d-1688-4eda-a2f9-bb27e4f819ba" providerId="ADAL" clId="{ACC21BB1-644A-4677-9BB1-9BA981B64D62}" dt="2025-10-07T08:07:19.123" v="1813" actId="1076"/>
          <ac:spMkLst>
            <pc:docMk/>
            <pc:sldMk cId="2460429060" sldId="268"/>
            <ac:spMk id="93" creationId="{CD9BFD94-C408-4056-D8AF-8B6CE544803B}"/>
          </ac:spMkLst>
        </pc:spChg>
        <pc:spChg chg="mod">
          <ac:chgData name="Vinayak Sharma (Student)" userId="5017081d-1688-4eda-a2f9-bb27e4f819ba" providerId="ADAL" clId="{ACC21BB1-644A-4677-9BB1-9BA981B64D62}" dt="2025-10-07T08:07:21.557" v="1814" actId="1076"/>
          <ac:spMkLst>
            <pc:docMk/>
            <pc:sldMk cId="2460429060" sldId="268"/>
            <ac:spMk id="94" creationId="{62799264-9BC8-9442-31B9-9F6C20CA722E}"/>
          </ac:spMkLst>
        </pc:spChg>
        <pc:spChg chg="mod">
          <ac:chgData name="Vinayak Sharma (Student)" userId="5017081d-1688-4eda-a2f9-bb27e4f819ba" providerId="ADAL" clId="{ACC21BB1-644A-4677-9BB1-9BA981B64D62}" dt="2025-10-07T08:07:21.557" v="1814" actId="1076"/>
          <ac:spMkLst>
            <pc:docMk/>
            <pc:sldMk cId="2460429060" sldId="268"/>
            <ac:spMk id="96" creationId="{4ECEF2B6-218B-0C31-BCBD-3E4D3247F28D}"/>
          </ac:spMkLst>
        </pc:spChg>
        <pc:grpChg chg="del">
          <ac:chgData name="Vinayak Sharma (Student)" userId="5017081d-1688-4eda-a2f9-bb27e4f819ba" providerId="ADAL" clId="{ACC21BB1-644A-4677-9BB1-9BA981B64D62}" dt="2025-10-07T08:05:04.003" v="1711" actId="478"/>
          <ac:grpSpMkLst>
            <pc:docMk/>
            <pc:sldMk cId="2460429060" sldId="268"/>
            <ac:grpSpMk id="72" creationId="{A10869F8-503A-B381-9D91-6FD1D8388ABC}"/>
          </ac:grpSpMkLst>
        </pc:grpChg>
        <pc:grpChg chg="mod">
          <ac:chgData name="Vinayak Sharma (Student)" userId="5017081d-1688-4eda-a2f9-bb27e4f819ba" providerId="ADAL" clId="{ACC21BB1-644A-4677-9BB1-9BA981B64D62}" dt="2025-10-07T08:05:08.253" v="1714" actId="403"/>
          <ac:grpSpMkLst>
            <pc:docMk/>
            <pc:sldMk cId="2460429060" sldId="268"/>
            <ac:grpSpMk id="73" creationId="{2125E4C3-C9C8-4A96-6860-39A31AF3D21D}"/>
          </ac:grpSpMkLst>
        </pc:grpChg>
        <pc:picChg chg="mod">
          <ac:chgData name="Vinayak Sharma (Student)" userId="5017081d-1688-4eda-a2f9-bb27e4f819ba" providerId="ADAL" clId="{ACC21BB1-644A-4677-9BB1-9BA981B64D62}" dt="2025-10-07T08:35:51.700" v="3004" actId="1076"/>
          <ac:picMkLst>
            <pc:docMk/>
            <pc:sldMk cId="2460429060" sldId="268"/>
            <ac:picMk id="92" creationId="{4D30D997-6EC9-2585-9B4B-D61079891C18}"/>
          </ac:picMkLst>
        </pc:picChg>
        <pc:cxnChg chg="mod">
          <ac:chgData name="Vinayak Sharma (Student)" userId="5017081d-1688-4eda-a2f9-bb27e4f819ba" providerId="ADAL" clId="{ACC21BB1-644A-4677-9BB1-9BA981B64D62}" dt="2025-10-07T08:05:04.003" v="1711" actId="478"/>
          <ac:cxnSpMkLst>
            <pc:docMk/>
            <pc:sldMk cId="2460429060" sldId="268"/>
            <ac:cxnSpMk id="63" creationId="{09C6DBB9-8C36-71DB-70B7-0E7B13F7FE3B}"/>
          </ac:cxnSpMkLst>
        </pc:cxnChg>
        <pc:cxnChg chg="mod">
          <ac:chgData name="Vinayak Sharma (Student)" userId="5017081d-1688-4eda-a2f9-bb27e4f819ba" providerId="ADAL" clId="{ACC21BB1-644A-4677-9BB1-9BA981B64D62}" dt="2025-10-07T08:06:54.596" v="1802" actId="1076"/>
          <ac:cxnSpMkLst>
            <pc:docMk/>
            <pc:sldMk cId="2460429060" sldId="268"/>
            <ac:cxnSpMk id="76" creationId="{A56350E2-B7A1-B132-CD1C-747047A3765A}"/>
          </ac:cxnSpMkLst>
        </pc:cxnChg>
      </pc:sldChg>
      <pc:sldChg chg="addSp delSp modSp">
        <pc:chgData name="Vinayak Sharma (Student)" userId="5017081d-1688-4eda-a2f9-bb27e4f819ba" providerId="ADAL" clId="{ACC21BB1-644A-4677-9BB1-9BA981B64D62}" dt="2025-10-07T07:16:09.628" v="26"/>
        <pc:sldMkLst>
          <pc:docMk/>
          <pc:sldMk cId="4098458984" sldId="310"/>
        </pc:sldMkLst>
        <pc:spChg chg="mod">
          <ac:chgData name="Vinayak Sharma (Student)" userId="5017081d-1688-4eda-a2f9-bb27e4f819ba" providerId="ADAL" clId="{ACC21BB1-644A-4677-9BB1-9BA981B64D62}" dt="2025-10-07T07:16:09.628" v="26"/>
          <ac:spMkLst>
            <pc:docMk/>
            <pc:sldMk cId="4098458984" sldId="310"/>
            <ac:spMk id="17" creationId="{56A4D9D1-4B14-77FB-8DBE-F61D58D608F9}"/>
          </ac:spMkLst>
        </pc:spChg>
        <pc:picChg chg="del mod">
          <ac:chgData name="Vinayak Sharma (Student)" userId="5017081d-1688-4eda-a2f9-bb27e4f819ba" providerId="ADAL" clId="{ACC21BB1-644A-4677-9BB1-9BA981B64D62}" dt="2025-10-07T07:15:47.437" v="20" actId="478"/>
          <ac:picMkLst>
            <pc:docMk/>
            <pc:sldMk cId="4098458984" sldId="310"/>
            <ac:picMk id="2" creationId="{26C339A0-BEB5-E97D-B4DB-F0D8A6405D92}"/>
          </ac:picMkLst>
        </pc:picChg>
        <pc:picChg chg="add mod">
          <ac:chgData name="Vinayak Sharma (Student)" userId="5017081d-1688-4eda-a2f9-bb27e4f819ba" providerId="ADAL" clId="{ACC21BB1-644A-4677-9BB1-9BA981B64D62}" dt="2025-10-07T07:16:02.143" v="25" actId="167"/>
          <ac:picMkLst>
            <pc:docMk/>
            <pc:sldMk cId="4098458984" sldId="310"/>
            <ac:picMk id="4" creationId="{3D943459-91C6-E057-150E-8B575F82DFF8}"/>
          </ac:picMkLst>
        </pc:picChg>
      </pc:sldChg>
      <pc:sldChg chg="addSp modSp del mod">
        <pc:chgData name="Vinayak Sharma (Student)" userId="5017081d-1688-4eda-a2f9-bb27e4f819ba" providerId="ADAL" clId="{ACC21BB1-644A-4677-9BB1-9BA981B64D62}" dt="2025-10-07T08:21:56.594" v="2092" actId="47"/>
        <pc:sldMkLst>
          <pc:docMk/>
          <pc:sldMk cId="808316423" sldId="311"/>
        </pc:sldMkLst>
        <pc:spChg chg="mod">
          <ac:chgData name="Vinayak Sharma (Student)" userId="5017081d-1688-4eda-a2f9-bb27e4f819ba" providerId="ADAL" clId="{ACC21BB1-644A-4677-9BB1-9BA981B64D62}" dt="2025-10-07T08:18:05.975" v="2008" actId="122"/>
          <ac:spMkLst>
            <pc:docMk/>
            <pc:sldMk cId="808316423" sldId="311"/>
            <ac:spMk id="2" creationId="{F737F429-82D2-A344-E70E-2928A0F08DD8}"/>
          </ac:spMkLst>
        </pc:spChg>
        <pc:spChg chg="add mod">
          <ac:chgData name="Vinayak Sharma (Student)" userId="5017081d-1688-4eda-a2f9-bb27e4f819ba" providerId="ADAL" clId="{ACC21BB1-644A-4677-9BB1-9BA981B64D62}" dt="2025-10-07T07:53:50.848" v="1100" actId="571"/>
          <ac:spMkLst>
            <pc:docMk/>
            <pc:sldMk cId="808316423" sldId="311"/>
            <ac:spMk id="6" creationId="{59FE80F0-EAD5-F4E0-7394-F99D404B8A4E}"/>
          </ac:spMkLst>
        </pc:spChg>
        <pc:spChg chg="mod">
          <ac:chgData name="Vinayak Sharma (Student)" userId="5017081d-1688-4eda-a2f9-bb27e4f819ba" providerId="ADAL" clId="{ACC21BB1-644A-4677-9BB1-9BA981B64D62}" dt="2025-10-07T07:17:15.383" v="62" actId="1076"/>
          <ac:spMkLst>
            <pc:docMk/>
            <pc:sldMk cId="808316423" sldId="311"/>
            <ac:spMk id="19" creationId="{CB579A69-67AC-019C-9EDA-7F9AAB172579}"/>
          </ac:spMkLst>
        </pc:spChg>
      </pc:sldChg>
      <pc:sldChg chg="addSp delSp modSp add mod">
        <pc:chgData name="Vinayak Sharma (Student)" userId="5017081d-1688-4eda-a2f9-bb27e4f819ba" providerId="ADAL" clId="{ACC21BB1-644A-4677-9BB1-9BA981B64D62}" dt="2025-10-07T08:13:22.729" v="1916" actId="20577"/>
        <pc:sldMkLst>
          <pc:docMk/>
          <pc:sldMk cId="707848169" sldId="312"/>
        </pc:sldMkLst>
        <pc:spChg chg="del">
          <ac:chgData name="Vinayak Sharma (Student)" userId="5017081d-1688-4eda-a2f9-bb27e4f819ba" providerId="ADAL" clId="{ACC21BB1-644A-4677-9BB1-9BA981B64D62}" dt="2025-10-07T08:13:17.344" v="1908" actId="478"/>
          <ac:spMkLst>
            <pc:docMk/>
            <pc:sldMk cId="707848169" sldId="312"/>
            <ac:spMk id="4" creationId="{68B07D0E-B37A-5363-46AA-1AC679CDA30D}"/>
          </ac:spMkLst>
        </pc:spChg>
        <pc:spChg chg="del">
          <ac:chgData name="Vinayak Sharma (Student)" userId="5017081d-1688-4eda-a2f9-bb27e4f819ba" providerId="ADAL" clId="{ACC21BB1-644A-4677-9BB1-9BA981B64D62}" dt="2025-10-07T08:13:17.344" v="1908" actId="478"/>
          <ac:spMkLst>
            <pc:docMk/>
            <pc:sldMk cId="707848169" sldId="312"/>
            <ac:spMk id="5" creationId="{9FCDCB1A-A306-B56B-31A1-872D041AFFB6}"/>
          </ac:spMkLst>
        </pc:spChg>
        <pc:spChg chg="add del mod">
          <ac:chgData name="Vinayak Sharma (Student)" userId="5017081d-1688-4eda-a2f9-bb27e4f819ba" providerId="ADAL" clId="{ACC21BB1-644A-4677-9BB1-9BA981B64D62}" dt="2025-10-07T08:13:20.210" v="1910" actId="478"/>
          <ac:spMkLst>
            <pc:docMk/>
            <pc:sldMk cId="707848169" sldId="312"/>
            <ac:spMk id="15" creationId="{F37F3E2F-47FF-F4BC-1B18-C1EECA62AA45}"/>
          </ac:spMkLst>
        </pc:spChg>
        <pc:spChg chg="add del mod">
          <ac:chgData name="Vinayak Sharma (Student)" userId="5017081d-1688-4eda-a2f9-bb27e4f819ba" providerId="ADAL" clId="{ACC21BB1-644A-4677-9BB1-9BA981B64D62}" dt="2025-10-07T08:13:20.210" v="1910" actId="478"/>
          <ac:spMkLst>
            <pc:docMk/>
            <pc:sldMk cId="707848169" sldId="312"/>
            <ac:spMk id="17" creationId="{DDF81E8D-9AD3-8A27-24F1-B070EA63A2F6}"/>
          </ac:spMkLst>
        </pc:spChg>
        <pc:spChg chg="add mod">
          <ac:chgData name="Vinayak Sharma (Student)" userId="5017081d-1688-4eda-a2f9-bb27e4f819ba" providerId="ADAL" clId="{ACC21BB1-644A-4677-9BB1-9BA981B64D62}" dt="2025-10-07T08:13:17.526" v="1909"/>
          <ac:spMkLst>
            <pc:docMk/>
            <pc:sldMk cId="707848169" sldId="312"/>
            <ac:spMk id="18" creationId="{7B72C50F-4D62-C6D9-C335-B6B0C3B658B5}"/>
          </ac:spMkLst>
        </pc:spChg>
        <pc:spChg chg="add mod">
          <ac:chgData name="Vinayak Sharma (Student)" userId="5017081d-1688-4eda-a2f9-bb27e4f819ba" providerId="ADAL" clId="{ACC21BB1-644A-4677-9BB1-9BA981B64D62}" dt="2025-10-07T08:13:22.729" v="1916" actId="20577"/>
          <ac:spMkLst>
            <pc:docMk/>
            <pc:sldMk cId="707848169" sldId="312"/>
            <ac:spMk id="20" creationId="{729C9B6D-17F3-29E7-C895-55CA39E5984C}"/>
          </ac:spMkLst>
        </pc:spChg>
        <pc:cxnChg chg="add mod">
          <ac:chgData name="Vinayak Sharma (Student)" userId="5017081d-1688-4eda-a2f9-bb27e4f819ba" providerId="ADAL" clId="{ACC21BB1-644A-4677-9BB1-9BA981B64D62}" dt="2025-10-07T08:13:17.526" v="1909"/>
          <ac:cxnSpMkLst>
            <pc:docMk/>
            <pc:sldMk cId="707848169" sldId="312"/>
            <ac:cxnSpMk id="19" creationId="{2A42F43A-0949-0750-1002-DF9CC435B04F}"/>
          </ac:cxnSpMkLst>
        </pc:cxnChg>
        <pc:cxnChg chg="add mod">
          <ac:chgData name="Vinayak Sharma (Student)" userId="5017081d-1688-4eda-a2f9-bb27e4f819ba" providerId="ADAL" clId="{ACC21BB1-644A-4677-9BB1-9BA981B64D62}" dt="2025-10-07T08:13:20.436" v="1911"/>
          <ac:cxnSpMkLst>
            <pc:docMk/>
            <pc:sldMk cId="707848169" sldId="312"/>
            <ac:cxnSpMk id="21" creationId="{021D3A78-61EA-5DA7-78E7-82AA2FDE4015}"/>
          </ac:cxnSpMkLst>
        </pc:cxnChg>
      </pc:sldChg>
      <pc:sldChg chg="del">
        <pc:chgData name="Vinayak Sharma (Student)" userId="5017081d-1688-4eda-a2f9-bb27e4f819ba" providerId="ADAL" clId="{ACC21BB1-644A-4677-9BB1-9BA981B64D62}" dt="2025-10-07T07:14:23.379" v="18" actId="2696"/>
        <pc:sldMkLst>
          <pc:docMk/>
          <pc:sldMk cId="1673577937" sldId="313"/>
        </pc:sldMkLst>
      </pc:sldChg>
      <pc:sldChg chg="addSp delSp modSp mod setBg">
        <pc:chgData name="Vinayak Sharma (Student)" userId="5017081d-1688-4eda-a2f9-bb27e4f819ba" providerId="ADAL" clId="{ACC21BB1-644A-4677-9BB1-9BA981B64D62}" dt="2025-10-07T08:44:32.311" v="3266" actId="207"/>
        <pc:sldMkLst>
          <pc:docMk/>
          <pc:sldMk cId="3208241379" sldId="314"/>
        </pc:sldMkLst>
        <pc:spChg chg="add del mod">
          <ac:chgData name="Vinayak Sharma (Student)" userId="5017081d-1688-4eda-a2f9-bb27e4f819ba" providerId="ADAL" clId="{ACC21BB1-644A-4677-9BB1-9BA981B64D62}" dt="2025-10-07T08:38:13.065" v="3085" actId="164"/>
          <ac:spMkLst>
            <pc:docMk/>
            <pc:sldMk cId="3208241379" sldId="314"/>
            <ac:spMk id="2" creationId="{2A1F41F7-9CFB-E1B0-245B-8C35DE164183}"/>
          </ac:spMkLst>
        </pc:spChg>
        <pc:spChg chg="add del mod">
          <ac:chgData name="Vinayak Sharma (Student)" userId="5017081d-1688-4eda-a2f9-bb27e4f819ba" providerId="ADAL" clId="{ACC21BB1-644A-4677-9BB1-9BA981B64D62}" dt="2025-10-07T08:41:09.465" v="3147" actId="478"/>
          <ac:spMkLst>
            <pc:docMk/>
            <pc:sldMk cId="3208241379" sldId="314"/>
            <ac:spMk id="3" creationId="{DA0D5D98-5C95-C29E-20B8-2F4E7B690732}"/>
          </ac:spMkLst>
        </pc:spChg>
        <pc:spChg chg="add del mod">
          <ac:chgData name="Vinayak Sharma (Student)" userId="5017081d-1688-4eda-a2f9-bb27e4f819ba" providerId="ADAL" clId="{ACC21BB1-644A-4677-9BB1-9BA981B64D62}" dt="2025-10-07T08:41:53.426" v="3167" actId="478"/>
          <ac:spMkLst>
            <pc:docMk/>
            <pc:sldMk cId="3208241379" sldId="314"/>
            <ac:spMk id="4" creationId="{128CFF00-B6C8-5EFE-31E7-07B3863D824C}"/>
          </ac:spMkLst>
        </pc:spChg>
        <pc:spChg chg="mod">
          <ac:chgData name="Vinayak Sharma (Student)" userId="5017081d-1688-4eda-a2f9-bb27e4f819ba" providerId="ADAL" clId="{ACC21BB1-644A-4677-9BB1-9BA981B64D62}" dt="2025-10-07T08:34:47.955" v="2844" actId="20577"/>
          <ac:spMkLst>
            <pc:docMk/>
            <pc:sldMk cId="3208241379" sldId="314"/>
            <ac:spMk id="5" creationId="{2BE142FA-092D-8F3A-12D3-9623AE2E9C3E}"/>
          </ac:spMkLst>
        </pc:spChg>
        <pc:spChg chg="mod">
          <ac:chgData name="Vinayak Sharma (Student)" userId="5017081d-1688-4eda-a2f9-bb27e4f819ba" providerId="ADAL" clId="{ACC21BB1-644A-4677-9BB1-9BA981B64D62}" dt="2025-10-07T08:35:30.323" v="2987" actId="20577"/>
          <ac:spMkLst>
            <pc:docMk/>
            <pc:sldMk cId="3208241379" sldId="314"/>
            <ac:spMk id="7" creationId="{0C7BB7CC-07AF-C9FD-E3E3-53E98A7339FE}"/>
          </ac:spMkLst>
        </pc:spChg>
        <pc:spChg chg="mod">
          <ac:chgData name="Vinayak Sharma (Student)" userId="5017081d-1688-4eda-a2f9-bb27e4f819ba" providerId="ADAL" clId="{ACC21BB1-644A-4677-9BB1-9BA981B64D62}" dt="2025-10-07T08:18:14.647" v="2010"/>
          <ac:spMkLst>
            <pc:docMk/>
            <pc:sldMk cId="3208241379" sldId="314"/>
            <ac:spMk id="9" creationId="{E25CA866-7ECA-8A54-D367-83180E9CAA59}"/>
          </ac:spMkLst>
        </pc:spChg>
        <pc:spChg chg="mod">
          <ac:chgData name="Vinayak Sharma (Student)" userId="5017081d-1688-4eda-a2f9-bb27e4f819ba" providerId="ADAL" clId="{ACC21BB1-644A-4677-9BB1-9BA981B64D62}" dt="2025-10-07T08:18:14.647" v="2010"/>
          <ac:spMkLst>
            <pc:docMk/>
            <pc:sldMk cId="3208241379" sldId="314"/>
            <ac:spMk id="10" creationId="{F2488A81-FF57-CA40-C1E2-D0109EC00293}"/>
          </ac:spMkLst>
        </pc:spChg>
        <pc:spChg chg="mod">
          <ac:chgData name="Vinayak Sharma (Student)" userId="5017081d-1688-4eda-a2f9-bb27e4f819ba" providerId="ADAL" clId="{ACC21BB1-644A-4677-9BB1-9BA981B64D62}" dt="2025-10-07T08:18:14.647" v="2010"/>
          <ac:spMkLst>
            <pc:docMk/>
            <pc:sldMk cId="3208241379" sldId="314"/>
            <ac:spMk id="11" creationId="{40A27834-C95F-DB87-85ED-0B45B79503B4}"/>
          </ac:spMkLst>
        </pc:spChg>
        <pc:spChg chg="mod">
          <ac:chgData name="Vinayak Sharma (Student)" userId="5017081d-1688-4eda-a2f9-bb27e4f819ba" providerId="ADAL" clId="{ACC21BB1-644A-4677-9BB1-9BA981B64D62}" dt="2025-10-07T08:18:18.561" v="2012" actId="6549"/>
          <ac:spMkLst>
            <pc:docMk/>
            <pc:sldMk cId="3208241379" sldId="314"/>
            <ac:spMk id="12" creationId="{CBAAD120-2C3B-CC5B-7CC1-C14A7A3C5F45}"/>
          </ac:spMkLst>
        </pc:spChg>
        <pc:spChg chg="add mod">
          <ac:chgData name="Vinayak Sharma (Student)" userId="5017081d-1688-4eda-a2f9-bb27e4f819ba" providerId="ADAL" clId="{ACC21BB1-644A-4677-9BB1-9BA981B64D62}" dt="2025-10-07T08:41:19.687" v="3150" actId="207"/>
          <ac:spMkLst>
            <pc:docMk/>
            <pc:sldMk cId="3208241379" sldId="314"/>
            <ac:spMk id="17" creationId="{AA18F6B5-4E8A-3F16-B3F8-80C8B3035719}"/>
          </ac:spMkLst>
        </pc:spChg>
        <pc:spChg chg="add mod">
          <ac:chgData name="Vinayak Sharma (Student)" userId="5017081d-1688-4eda-a2f9-bb27e4f819ba" providerId="ADAL" clId="{ACC21BB1-644A-4677-9BB1-9BA981B64D62}" dt="2025-10-07T08:38:02.230" v="3082" actId="164"/>
          <ac:spMkLst>
            <pc:docMk/>
            <pc:sldMk cId="3208241379" sldId="314"/>
            <ac:spMk id="18" creationId="{F5A05770-9204-A1FB-1AFA-9B51E1482F17}"/>
          </ac:spMkLst>
        </pc:spChg>
        <pc:spChg chg="add mod">
          <ac:chgData name="Vinayak Sharma (Student)" userId="5017081d-1688-4eda-a2f9-bb27e4f819ba" providerId="ADAL" clId="{ACC21BB1-644A-4677-9BB1-9BA981B64D62}" dt="2025-10-07T08:38:02.230" v="3082" actId="164"/>
          <ac:spMkLst>
            <pc:docMk/>
            <pc:sldMk cId="3208241379" sldId="314"/>
            <ac:spMk id="23" creationId="{AF0B64B6-17E0-E31F-7704-3BACA5577715}"/>
          </ac:spMkLst>
        </pc:spChg>
        <pc:spChg chg="add mod ord">
          <ac:chgData name="Vinayak Sharma (Student)" userId="5017081d-1688-4eda-a2f9-bb27e4f819ba" providerId="ADAL" clId="{ACC21BB1-644A-4677-9BB1-9BA981B64D62}" dt="2025-10-07T08:44:23.293" v="3263" actId="207"/>
          <ac:spMkLst>
            <pc:docMk/>
            <pc:sldMk cId="3208241379" sldId="314"/>
            <ac:spMk id="31" creationId="{75B8974D-DEE3-C441-0929-79BE39C956B2}"/>
          </ac:spMkLst>
        </pc:spChg>
        <pc:spChg chg="mod">
          <ac:chgData name="Vinayak Sharma (Student)" userId="5017081d-1688-4eda-a2f9-bb27e4f819ba" providerId="ADAL" clId="{ACC21BB1-644A-4677-9BB1-9BA981B64D62}" dt="2025-10-07T08:44:28.550" v="3265" actId="207"/>
          <ac:spMkLst>
            <pc:docMk/>
            <pc:sldMk cId="3208241379" sldId="314"/>
            <ac:spMk id="35" creationId="{60A16387-3CC4-F80D-0B06-388F033BC767}"/>
          </ac:spMkLst>
        </pc:spChg>
        <pc:spChg chg="mod">
          <ac:chgData name="Vinayak Sharma (Student)" userId="5017081d-1688-4eda-a2f9-bb27e4f819ba" providerId="ADAL" clId="{ACC21BB1-644A-4677-9BB1-9BA981B64D62}" dt="2025-10-07T08:40:16.877" v="3125" actId="20577"/>
          <ac:spMkLst>
            <pc:docMk/>
            <pc:sldMk cId="3208241379" sldId="314"/>
            <ac:spMk id="38" creationId="{FBFF849B-4010-E728-FC64-965FC3135CCA}"/>
          </ac:spMkLst>
        </pc:spChg>
        <pc:spChg chg="mod">
          <ac:chgData name="Vinayak Sharma (Student)" userId="5017081d-1688-4eda-a2f9-bb27e4f819ba" providerId="ADAL" clId="{ACC21BB1-644A-4677-9BB1-9BA981B64D62}" dt="2025-10-07T08:41:22.482" v="3151" actId="207"/>
          <ac:spMkLst>
            <pc:docMk/>
            <pc:sldMk cId="3208241379" sldId="314"/>
            <ac:spMk id="40" creationId="{83DA4D8B-7F2D-C310-9771-4D3519799B40}"/>
          </ac:spMkLst>
        </pc:spChg>
        <pc:spChg chg="mod">
          <ac:chgData name="Vinayak Sharma (Student)" userId="5017081d-1688-4eda-a2f9-bb27e4f819ba" providerId="ADAL" clId="{ACC21BB1-644A-4677-9BB1-9BA981B64D62}" dt="2025-10-07T08:40:16.877" v="3125" actId="20577"/>
          <ac:spMkLst>
            <pc:docMk/>
            <pc:sldMk cId="3208241379" sldId="314"/>
            <ac:spMk id="41" creationId="{7037BB64-7B69-50B5-A441-6D189F84A0EF}"/>
          </ac:spMkLst>
        </pc:spChg>
        <pc:spChg chg="mod">
          <ac:chgData name="Vinayak Sharma (Student)" userId="5017081d-1688-4eda-a2f9-bb27e4f819ba" providerId="ADAL" clId="{ACC21BB1-644A-4677-9BB1-9BA981B64D62}" dt="2025-10-07T08:40:18.281" v="3126" actId="368"/>
          <ac:spMkLst>
            <pc:docMk/>
            <pc:sldMk cId="3208241379" sldId="314"/>
            <ac:spMk id="43" creationId="{1CCE893D-01C4-74FD-A6A2-7BD5A6739C06}"/>
          </ac:spMkLst>
        </pc:spChg>
        <pc:spChg chg="add mod">
          <ac:chgData name="Vinayak Sharma (Student)" userId="5017081d-1688-4eda-a2f9-bb27e4f819ba" providerId="ADAL" clId="{ACC21BB1-644A-4677-9BB1-9BA981B64D62}" dt="2025-10-07T08:41:03.635" v="3144" actId="164"/>
          <ac:spMkLst>
            <pc:docMk/>
            <pc:sldMk cId="3208241379" sldId="314"/>
            <ac:spMk id="45" creationId="{BE01CFA0-68EA-6E51-F86F-891D649ECAF3}"/>
          </ac:spMkLst>
        </pc:spChg>
        <pc:spChg chg="add mod">
          <ac:chgData name="Vinayak Sharma (Student)" userId="5017081d-1688-4eda-a2f9-bb27e4f819ba" providerId="ADAL" clId="{ACC21BB1-644A-4677-9BB1-9BA981B64D62}" dt="2025-10-07T08:41:05.319" v="3145" actId="164"/>
          <ac:spMkLst>
            <pc:docMk/>
            <pc:sldMk cId="3208241379" sldId="314"/>
            <ac:spMk id="46" creationId="{462BBBAA-AB40-2C35-E1DE-21995F858E4C}"/>
          </ac:spMkLst>
        </pc:spChg>
        <pc:spChg chg="mod">
          <ac:chgData name="Vinayak Sharma (Student)" userId="5017081d-1688-4eda-a2f9-bb27e4f819ba" providerId="ADAL" clId="{ACC21BB1-644A-4677-9BB1-9BA981B64D62}" dt="2025-10-07T08:42:11.339" v="3173" actId="20577"/>
          <ac:spMkLst>
            <pc:docMk/>
            <pc:sldMk cId="3208241379" sldId="314"/>
            <ac:spMk id="51" creationId="{BAC01DD3-008E-B847-0E79-29CE275FB487}"/>
          </ac:spMkLst>
        </pc:spChg>
        <pc:spChg chg="mod">
          <ac:chgData name="Vinayak Sharma (Student)" userId="5017081d-1688-4eda-a2f9-bb27e4f819ba" providerId="ADAL" clId="{ACC21BB1-644A-4677-9BB1-9BA981B64D62}" dt="2025-10-07T08:44:25.774" v="3264" actId="207"/>
          <ac:spMkLst>
            <pc:docMk/>
            <pc:sldMk cId="3208241379" sldId="314"/>
            <ac:spMk id="52" creationId="{AE384401-32DF-0861-47DE-DEF88FE01612}"/>
          </ac:spMkLst>
        </pc:spChg>
        <pc:spChg chg="mod">
          <ac:chgData name="Vinayak Sharma (Student)" userId="5017081d-1688-4eda-a2f9-bb27e4f819ba" providerId="ADAL" clId="{ACC21BB1-644A-4677-9BB1-9BA981B64D62}" dt="2025-10-07T08:41:49.962" v="3166" actId="20577"/>
          <ac:spMkLst>
            <pc:docMk/>
            <pc:sldMk cId="3208241379" sldId="314"/>
            <ac:spMk id="54" creationId="{BF1086D0-6E2D-3C7B-2C77-D240D6FF79F3}"/>
          </ac:spMkLst>
        </pc:spChg>
        <pc:spChg chg="mod">
          <ac:chgData name="Vinayak Sharma (Student)" userId="5017081d-1688-4eda-a2f9-bb27e4f819ba" providerId="ADAL" clId="{ACC21BB1-644A-4677-9BB1-9BA981B64D62}" dt="2025-10-07T08:41:37.795" v="3157" actId="20577"/>
          <ac:spMkLst>
            <pc:docMk/>
            <pc:sldMk cId="3208241379" sldId="314"/>
            <ac:spMk id="56" creationId="{6E739A07-A122-ED97-9BED-26B79113BE4F}"/>
          </ac:spMkLst>
        </pc:spChg>
        <pc:spChg chg="mod">
          <ac:chgData name="Vinayak Sharma (Student)" userId="5017081d-1688-4eda-a2f9-bb27e4f819ba" providerId="ADAL" clId="{ACC21BB1-644A-4677-9BB1-9BA981B64D62}" dt="2025-10-07T08:41:35.146" v="3155" actId="20577"/>
          <ac:spMkLst>
            <pc:docMk/>
            <pc:sldMk cId="3208241379" sldId="314"/>
            <ac:spMk id="57" creationId="{6362F606-9E73-640D-8149-390CC9781C46}"/>
          </ac:spMkLst>
        </pc:spChg>
        <pc:spChg chg="mod">
          <ac:chgData name="Vinayak Sharma (Student)" userId="5017081d-1688-4eda-a2f9-bb27e4f819ba" providerId="ADAL" clId="{ACC21BB1-644A-4677-9BB1-9BA981B64D62}" dt="2025-10-07T08:41:36.458" v="3156" actId="20577"/>
          <ac:spMkLst>
            <pc:docMk/>
            <pc:sldMk cId="3208241379" sldId="314"/>
            <ac:spMk id="59" creationId="{179F130A-ADE9-0889-2947-7B4F9436C111}"/>
          </ac:spMkLst>
        </pc:spChg>
        <pc:spChg chg="mod">
          <ac:chgData name="Vinayak Sharma (Student)" userId="5017081d-1688-4eda-a2f9-bb27e4f819ba" providerId="ADAL" clId="{ACC21BB1-644A-4677-9BB1-9BA981B64D62}" dt="2025-10-07T08:43:51.630" v="3261" actId="20577"/>
          <ac:spMkLst>
            <pc:docMk/>
            <pc:sldMk cId="3208241379" sldId="314"/>
            <ac:spMk id="63" creationId="{FE7334BA-ADDD-0B4F-FCEB-7780CCC2FF12}"/>
          </ac:spMkLst>
        </pc:spChg>
        <pc:spChg chg="mod">
          <ac:chgData name="Vinayak Sharma (Student)" userId="5017081d-1688-4eda-a2f9-bb27e4f819ba" providerId="ADAL" clId="{ACC21BB1-644A-4677-9BB1-9BA981B64D62}" dt="2025-10-07T08:44:32.311" v="3266" actId="207"/>
          <ac:spMkLst>
            <pc:docMk/>
            <pc:sldMk cId="3208241379" sldId="314"/>
            <ac:spMk id="64" creationId="{21065101-4F02-EC62-3D30-D50FC7AB1706}"/>
          </ac:spMkLst>
        </pc:spChg>
        <pc:spChg chg="mod">
          <ac:chgData name="Vinayak Sharma (Student)" userId="5017081d-1688-4eda-a2f9-bb27e4f819ba" providerId="ADAL" clId="{ACC21BB1-644A-4677-9BB1-9BA981B64D62}" dt="2025-10-07T08:43:51.630" v="3261" actId="20577"/>
          <ac:spMkLst>
            <pc:docMk/>
            <pc:sldMk cId="3208241379" sldId="314"/>
            <ac:spMk id="66" creationId="{B28DEEA4-6819-34FF-AD86-BDA3DBE11274}"/>
          </ac:spMkLst>
        </pc:spChg>
        <pc:spChg chg="mod">
          <ac:chgData name="Vinayak Sharma (Student)" userId="5017081d-1688-4eda-a2f9-bb27e4f819ba" providerId="ADAL" clId="{ACC21BB1-644A-4677-9BB1-9BA981B64D62}" dt="2025-10-07T08:43:57.958" v="3262" actId="1076"/>
          <ac:spMkLst>
            <pc:docMk/>
            <pc:sldMk cId="3208241379" sldId="314"/>
            <ac:spMk id="68" creationId="{6B06B8BF-5B93-EA3F-0B99-99990C8B4F95}"/>
          </ac:spMkLst>
        </pc:spChg>
        <pc:spChg chg="mod">
          <ac:chgData name="Vinayak Sharma (Student)" userId="5017081d-1688-4eda-a2f9-bb27e4f819ba" providerId="ADAL" clId="{ACC21BB1-644A-4677-9BB1-9BA981B64D62}" dt="2025-10-07T08:43:57.958" v="3262" actId="1076"/>
          <ac:spMkLst>
            <pc:docMk/>
            <pc:sldMk cId="3208241379" sldId="314"/>
            <ac:spMk id="69" creationId="{40F19F8A-B05A-8622-7D0C-D19CD9E3BAA3}"/>
          </ac:spMkLst>
        </pc:spChg>
        <pc:spChg chg="mod">
          <ac:chgData name="Vinayak Sharma (Student)" userId="5017081d-1688-4eda-a2f9-bb27e4f819ba" providerId="ADAL" clId="{ACC21BB1-644A-4677-9BB1-9BA981B64D62}" dt="2025-10-07T08:43:57.958" v="3262" actId="1076"/>
          <ac:spMkLst>
            <pc:docMk/>
            <pc:sldMk cId="3208241379" sldId="314"/>
            <ac:spMk id="71" creationId="{F30FF4B2-B541-7CCF-4F49-740771647EB9}"/>
          </ac:spMkLst>
        </pc:spChg>
        <pc:grpChg chg="add mod">
          <ac:chgData name="Vinayak Sharma (Student)" userId="5017081d-1688-4eda-a2f9-bb27e4f819ba" providerId="ADAL" clId="{ACC21BB1-644A-4677-9BB1-9BA981B64D62}" dt="2025-10-07T08:18:14.647" v="2010"/>
          <ac:grpSpMkLst>
            <pc:docMk/>
            <pc:sldMk cId="3208241379" sldId="314"/>
            <ac:grpSpMk id="8" creationId="{C18BCC6D-4A75-0BB2-FE1A-F17501C529F1}"/>
          </ac:grpSpMkLst>
        </pc:grpChg>
        <pc:grpChg chg="add mod">
          <ac:chgData name="Vinayak Sharma (Student)" userId="5017081d-1688-4eda-a2f9-bb27e4f819ba" providerId="ADAL" clId="{ACC21BB1-644A-4677-9BB1-9BA981B64D62}" dt="2025-10-07T08:38:13.065" v="3085" actId="164"/>
          <ac:grpSpMkLst>
            <pc:docMk/>
            <pc:sldMk cId="3208241379" sldId="314"/>
            <ac:grpSpMk id="29" creationId="{1AD66AE6-B867-4171-0148-5DFD4D324DA1}"/>
          </ac:grpSpMkLst>
        </pc:grpChg>
        <pc:grpChg chg="add mod">
          <ac:chgData name="Vinayak Sharma (Student)" userId="5017081d-1688-4eda-a2f9-bb27e4f819ba" providerId="ADAL" clId="{ACC21BB1-644A-4677-9BB1-9BA981B64D62}" dt="2025-10-07T08:39:28.339" v="3108" actId="164"/>
          <ac:grpSpMkLst>
            <pc:docMk/>
            <pc:sldMk cId="3208241379" sldId="314"/>
            <ac:grpSpMk id="30" creationId="{073B9EE1-C5E5-E4AB-07FF-605199C88E52}"/>
          </ac:grpSpMkLst>
        </pc:grpChg>
        <pc:grpChg chg="add mod">
          <ac:chgData name="Vinayak Sharma (Student)" userId="5017081d-1688-4eda-a2f9-bb27e4f819ba" providerId="ADAL" clId="{ACC21BB1-644A-4677-9BB1-9BA981B64D62}" dt="2025-10-07T08:41:03.635" v="3144" actId="164"/>
          <ac:grpSpMkLst>
            <pc:docMk/>
            <pc:sldMk cId="3208241379" sldId="314"/>
            <ac:grpSpMk id="32" creationId="{E32D8449-7AC0-A3EB-BCAF-3856D7364B08}"/>
          </ac:grpSpMkLst>
        </pc:grpChg>
        <pc:grpChg chg="add mod">
          <ac:chgData name="Vinayak Sharma (Student)" userId="5017081d-1688-4eda-a2f9-bb27e4f819ba" providerId="ADAL" clId="{ACC21BB1-644A-4677-9BB1-9BA981B64D62}" dt="2025-10-07T08:41:05.319" v="3145" actId="164"/>
          <ac:grpSpMkLst>
            <pc:docMk/>
            <pc:sldMk cId="3208241379" sldId="314"/>
            <ac:grpSpMk id="34" creationId="{B9157A53-5B33-C790-B972-4BF0D40B39C5}"/>
          </ac:grpSpMkLst>
        </pc:grpChg>
        <pc:grpChg chg="mod">
          <ac:chgData name="Vinayak Sharma (Student)" userId="5017081d-1688-4eda-a2f9-bb27e4f819ba" providerId="ADAL" clId="{ACC21BB1-644A-4677-9BB1-9BA981B64D62}" dt="2025-10-07T08:40:16.877" v="3125" actId="20577"/>
          <ac:grpSpMkLst>
            <pc:docMk/>
            <pc:sldMk cId="3208241379" sldId="314"/>
            <ac:grpSpMk id="36" creationId="{65B5CAC1-4414-DE39-1626-545D820165CD}"/>
          </ac:grpSpMkLst>
        </pc:grpChg>
        <pc:grpChg chg="mod">
          <ac:chgData name="Vinayak Sharma (Student)" userId="5017081d-1688-4eda-a2f9-bb27e4f819ba" providerId="ADAL" clId="{ACC21BB1-644A-4677-9BB1-9BA981B64D62}" dt="2025-10-07T08:40:16.877" v="3125" actId="20577"/>
          <ac:grpSpMkLst>
            <pc:docMk/>
            <pc:sldMk cId="3208241379" sldId="314"/>
            <ac:grpSpMk id="39" creationId="{BBDA766A-818E-5469-E2C0-95444A16B37A}"/>
          </ac:grpSpMkLst>
        </pc:grpChg>
        <pc:grpChg chg="add mod">
          <ac:chgData name="Vinayak Sharma (Student)" userId="5017081d-1688-4eda-a2f9-bb27e4f819ba" providerId="ADAL" clId="{ACC21BB1-644A-4677-9BB1-9BA981B64D62}" dt="2025-10-07T08:42:00.070" v="3169" actId="1076"/>
          <ac:grpSpMkLst>
            <pc:docMk/>
            <pc:sldMk cId="3208241379" sldId="314"/>
            <ac:grpSpMk id="47" creationId="{8638BB8D-39D8-3B74-A9EA-B8BC30DDFC3E}"/>
          </ac:grpSpMkLst>
        </pc:grpChg>
        <pc:grpChg chg="add mod">
          <ac:chgData name="Vinayak Sharma (Student)" userId="5017081d-1688-4eda-a2f9-bb27e4f819ba" providerId="ADAL" clId="{ACC21BB1-644A-4677-9BB1-9BA981B64D62}" dt="2025-10-07T08:42:00.070" v="3169" actId="1076"/>
          <ac:grpSpMkLst>
            <pc:docMk/>
            <pc:sldMk cId="3208241379" sldId="314"/>
            <ac:grpSpMk id="48" creationId="{3545BBAE-043E-A474-FB53-82448C84FB82}"/>
          </ac:grpSpMkLst>
        </pc:grpChg>
        <pc:grpChg chg="add mod">
          <ac:chgData name="Vinayak Sharma (Student)" userId="5017081d-1688-4eda-a2f9-bb27e4f819ba" providerId="ADAL" clId="{ACC21BB1-644A-4677-9BB1-9BA981B64D62}" dt="2025-10-07T08:42:00.070" v="3169" actId="1076"/>
          <ac:grpSpMkLst>
            <pc:docMk/>
            <pc:sldMk cId="3208241379" sldId="314"/>
            <ac:grpSpMk id="49" creationId="{CFE74DE9-B597-8073-8791-11A6D733D069}"/>
          </ac:grpSpMkLst>
        </pc:grpChg>
        <pc:grpChg chg="mod">
          <ac:chgData name="Vinayak Sharma (Student)" userId="5017081d-1688-4eda-a2f9-bb27e4f819ba" providerId="ADAL" clId="{ACC21BB1-644A-4677-9BB1-9BA981B64D62}" dt="2025-10-07T08:41:35.146" v="3155" actId="20577"/>
          <ac:grpSpMkLst>
            <pc:docMk/>
            <pc:sldMk cId="3208241379" sldId="314"/>
            <ac:grpSpMk id="50" creationId="{BA0F68B0-AB8F-134E-B886-CB0A57B27FCA}"/>
          </ac:grpSpMkLst>
        </pc:grpChg>
        <pc:grpChg chg="mod">
          <ac:chgData name="Vinayak Sharma (Student)" userId="5017081d-1688-4eda-a2f9-bb27e4f819ba" providerId="ADAL" clId="{ACC21BB1-644A-4677-9BB1-9BA981B64D62}" dt="2025-10-07T08:41:35.146" v="3155" actId="20577"/>
          <ac:grpSpMkLst>
            <pc:docMk/>
            <pc:sldMk cId="3208241379" sldId="314"/>
            <ac:grpSpMk id="53" creationId="{7E1EF047-183F-4095-AE9B-F07F639068FD}"/>
          </ac:grpSpMkLst>
        </pc:grpChg>
        <pc:grpChg chg="mod">
          <ac:chgData name="Vinayak Sharma (Student)" userId="5017081d-1688-4eda-a2f9-bb27e4f819ba" providerId="ADAL" clId="{ACC21BB1-644A-4677-9BB1-9BA981B64D62}" dt="2025-10-07T08:41:35.146" v="3155" actId="20577"/>
          <ac:grpSpMkLst>
            <pc:docMk/>
            <pc:sldMk cId="3208241379" sldId="314"/>
            <ac:grpSpMk id="55" creationId="{6B5879E9-6FBA-24AC-FCF0-A2261A670289}"/>
          </ac:grpSpMkLst>
        </pc:grpChg>
        <pc:grpChg chg="add mod">
          <ac:chgData name="Vinayak Sharma (Student)" userId="5017081d-1688-4eda-a2f9-bb27e4f819ba" providerId="ADAL" clId="{ACC21BB1-644A-4677-9BB1-9BA981B64D62}" dt="2025-10-07T08:43:51.630" v="3261" actId="20577"/>
          <ac:grpSpMkLst>
            <pc:docMk/>
            <pc:sldMk cId="3208241379" sldId="314"/>
            <ac:grpSpMk id="61" creationId="{66BF4B62-FAD2-60ED-1E5F-DC6D76D3F536}"/>
          </ac:grpSpMkLst>
        </pc:grpChg>
        <pc:grpChg chg="mod">
          <ac:chgData name="Vinayak Sharma (Student)" userId="5017081d-1688-4eda-a2f9-bb27e4f819ba" providerId="ADAL" clId="{ACC21BB1-644A-4677-9BB1-9BA981B64D62}" dt="2025-10-07T08:43:51.630" v="3261" actId="20577"/>
          <ac:grpSpMkLst>
            <pc:docMk/>
            <pc:sldMk cId="3208241379" sldId="314"/>
            <ac:grpSpMk id="62" creationId="{AC68FBF2-3EB8-EE03-3C33-1FF18319825B}"/>
          </ac:grpSpMkLst>
        </pc:grpChg>
        <pc:grpChg chg="mod">
          <ac:chgData name="Vinayak Sharma (Student)" userId="5017081d-1688-4eda-a2f9-bb27e4f819ba" providerId="ADAL" clId="{ACC21BB1-644A-4677-9BB1-9BA981B64D62}" dt="2025-10-07T08:43:51.630" v="3261" actId="20577"/>
          <ac:grpSpMkLst>
            <pc:docMk/>
            <pc:sldMk cId="3208241379" sldId="314"/>
            <ac:grpSpMk id="65" creationId="{A212C26B-7E21-097D-4A4A-F2F18EACE485}"/>
          </ac:grpSpMkLst>
        </pc:grpChg>
        <pc:grpChg chg="mod">
          <ac:chgData name="Vinayak Sharma (Student)" userId="5017081d-1688-4eda-a2f9-bb27e4f819ba" providerId="ADAL" clId="{ACC21BB1-644A-4677-9BB1-9BA981B64D62}" dt="2025-10-07T08:43:51.630" v="3261" actId="20577"/>
          <ac:grpSpMkLst>
            <pc:docMk/>
            <pc:sldMk cId="3208241379" sldId="314"/>
            <ac:grpSpMk id="67" creationId="{A422F09D-2A6F-23C5-1884-F42E57A7AADA}"/>
          </ac:grpSpMkLst>
        </pc:grpChg>
        <pc:picChg chg="add del mod modCrop">
          <ac:chgData name="Vinayak Sharma (Student)" userId="5017081d-1688-4eda-a2f9-bb27e4f819ba" providerId="ADAL" clId="{ACC21BB1-644A-4677-9BB1-9BA981B64D62}" dt="2025-10-07T08:36:14.279" v="3010" actId="478"/>
          <ac:picMkLst>
            <pc:docMk/>
            <pc:sldMk cId="3208241379" sldId="314"/>
            <ac:picMk id="16" creationId="{604A42F5-1212-5982-0671-197AFA377128}"/>
          </ac:picMkLst>
        </pc:picChg>
        <pc:picChg chg="add del">
          <ac:chgData name="Vinayak Sharma (Student)" userId="5017081d-1688-4eda-a2f9-bb27e4f819ba" providerId="ADAL" clId="{ACC21BB1-644A-4677-9BB1-9BA981B64D62}" dt="2025-10-07T08:35:32.367" v="2988" actId="478"/>
          <ac:picMkLst>
            <pc:docMk/>
            <pc:sldMk cId="3208241379" sldId="314"/>
            <ac:picMk id="26" creationId="{97704F6B-5749-133F-BDFD-84C49B78B3E4}"/>
          </ac:picMkLst>
        </pc:picChg>
        <pc:picChg chg="add del mod">
          <ac:chgData name="Vinayak Sharma (Student)" userId="5017081d-1688-4eda-a2f9-bb27e4f819ba" providerId="ADAL" clId="{ACC21BB1-644A-4677-9BB1-9BA981B64D62}" dt="2025-10-07T08:41:09.465" v="3147" actId="478"/>
          <ac:picMkLst>
            <pc:docMk/>
            <pc:sldMk cId="3208241379" sldId="314"/>
            <ac:picMk id="33" creationId="{D6572976-E835-2800-5622-BF46884FE74A}"/>
          </ac:picMkLst>
        </pc:picChg>
        <pc:picChg chg="add del mod">
          <ac:chgData name="Vinayak Sharma (Student)" userId="5017081d-1688-4eda-a2f9-bb27e4f819ba" providerId="ADAL" clId="{ACC21BB1-644A-4677-9BB1-9BA981B64D62}" dt="2025-10-07T08:41:53.426" v="3167" actId="478"/>
          <ac:picMkLst>
            <pc:docMk/>
            <pc:sldMk cId="3208241379" sldId="314"/>
            <ac:picMk id="37" creationId="{DB805A69-F8AB-F5BF-270A-E43A3D7C3506}"/>
          </ac:picMkLst>
        </pc:picChg>
        <pc:cxnChg chg="mod">
          <ac:chgData name="Vinayak Sharma (Student)" userId="5017081d-1688-4eda-a2f9-bb27e4f819ba" providerId="ADAL" clId="{ACC21BB1-644A-4677-9BB1-9BA981B64D62}" dt="2025-10-07T08:18:14.647" v="2010"/>
          <ac:cxnSpMkLst>
            <pc:docMk/>
            <pc:sldMk cId="3208241379" sldId="314"/>
            <ac:cxnSpMk id="13" creationId="{B2233F5B-091E-A87D-712F-4EB252C858E3}"/>
          </ac:cxnSpMkLst>
        </pc:cxnChg>
        <pc:cxnChg chg="mod">
          <ac:chgData name="Vinayak Sharma (Student)" userId="5017081d-1688-4eda-a2f9-bb27e4f819ba" providerId="ADAL" clId="{ACC21BB1-644A-4677-9BB1-9BA981B64D62}" dt="2025-10-07T08:18:14.647" v="2010"/>
          <ac:cxnSpMkLst>
            <pc:docMk/>
            <pc:sldMk cId="3208241379" sldId="314"/>
            <ac:cxnSpMk id="14" creationId="{E8D59CA9-5B66-CAAA-519D-15164B40FDCB}"/>
          </ac:cxnSpMkLst>
        </pc:cxnChg>
        <pc:cxnChg chg="mod">
          <ac:chgData name="Vinayak Sharma (Student)" userId="5017081d-1688-4eda-a2f9-bb27e4f819ba" providerId="ADAL" clId="{ACC21BB1-644A-4677-9BB1-9BA981B64D62}" dt="2025-10-07T08:18:14.647" v="2010"/>
          <ac:cxnSpMkLst>
            <pc:docMk/>
            <pc:sldMk cId="3208241379" sldId="314"/>
            <ac:cxnSpMk id="15" creationId="{E7C304B6-1EE7-3432-763A-B520EEF0DC13}"/>
          </ac:cxnSpMkLst>
        </pc:cxnChg>
        <pc:cxnChg chg="add mod">
          <ac:chgData name="Vinayak Sharma (Student)" userId="5017081d-1688-4eda-a2f9-bb27e4f819ba" providerId="ADAL" clId="{ACC21BB1-644A-4677-9BB1-9BA981B64D62}" dt="2025-10-07T08:38:02.230" v="3082" actId="164"/>
          <ac:cxnSpMkLst>
            <pc:docMk/>
            <pc:sldMk cId="3208241379" sldId="314"/>
            <ac:cxnSpMk id="20" creationId="{DAB70971-A49E-40A9-3BC9-251835F58497}"/>
          </ac:cxnSpMkLst>
        </pc:cxnChg>
        <pc:cxnChg chg="add mod">
          <ac:chgData name="Vinayak Sharma (Student)" userId="5017081d-1688-4eda-a2f9-bb27e4f819ba" providerId="ADAL" clId="{ACC21BB1-644A-4677-9BB1-9BA981B64D62}" dt="2025-10-07T08:38:02.230" v="3082" actId="164"/>
          <ac:cxnSpMkLst>
            <pc:docMk/>
            <pc:sldMk cId="3208241379" sldId="314"/>
            <ac:cxnSpMk id="24" creationId="{C3B64D5B-6588-05E2-AA65-0EF837D4B501}"/>
          </ac:cxnSpMkLst>
        </pc:cxnChg>
        <pc:cxnChg chg="mod">
          <ac:chgData name="Vinayak Sharma (Student)" userId="5017081d-1688-4eda-a2f9-bb27e4f819ba" providerId="ADAL" clId="{ACC21BB1-644A-4677-9BB1-9BA981B64D62}" dt="2025-10-07T08:40:16.877" v="3125" actId="20577"/>
          <ac:cxnSpMkLst>
            <pc:docMk/>
            <pc:sldMk cId="3208241379" sldId="314"/>
            <ac:cxnSpMk id="42" creationId="{534FC305-73A9-E979-4B29-F7243F95D7C6}"/>
          </ac:cxnSpMkLst>
        </pc:cxnChg>
        <pc:cxnChg chg="mod">
          <ac:chgData name="Vinayak Sharma (Student)" userId="5017081d-1688-4eda-a2f9-bb27e4f819ba" providerId="ADAL" clId="{ACC21BB1-644A-4677-9BB1-9BA981B64D62}" dt="2025-10-07T08:40:16.877" v="3125" actId="20577"/>
          <ac:cxnSpMkLst>
            <pc:docMk/>
            <pc:sldMk cId="3208241379" sldId="314"/>
            <ac:cxnSpMk id="44" creationId="{1F9CE89A-A7A6-16B3-9D92-01E99AB5E25C}"/>
          </ac:cxnSpMkLst>
        </pc:cxnChg>
        <pc:cxnChg chg="mod">
          <ac:chgData name="Vinayak Sharma (Student)" userId="5017081d-1688-4eda-a2f9-bb27e4f819ba" providerId="ADAL" clId="{ACC21BB1-644A-4677-9BB1-9BA981B64D62}" dt="2025-10-07T08:43:57.958" v="3262" actId="1076"/>
          <ac:cxnSpMkLst>
            <pc:docMk/>
            <pc:sldMk cId="3208241379" sldId="314"/>
            <ac:cxnSpMk id="70" creationId="{F388CA2A-182E-CC16-18DE-97E6A52AA03C}"/>
          </ac:cxnSpMkLst>
        </pc:cxnChg>
        <pc:cxnChg chg="mod">
          <ac:chgData name="Vinayak Sharma (Student)" userId="5017081d-1688-4eda-a2f9-bb27e4f819ba" providerId="ADAL" clId="{ACC21BB1-644A-4677-9BB1-9BA981B64D62}" dt="2025-10-07T08:43:57.958" v="3262" actId="1076"/>
          <ac:cxnSpMkLst>
            <pc:docMk/>
            <pc:sldMk cId="3208241379" sldId="314"/>
            <ac:cxnSpMk id="72" creationId="{AC2F1CF8-B034-5F5C-A258-77DBD39C26C8}"/>
          </ac:cxnSpMkLst>
        </pc:cxnChg>
      </pc:sldChg>
      <pc:sldChg chg="addSp delSp modSp mod setBg">
        <pc:chgData name="Vinayak Sharma (Student)" userId="5017081d-1688-4eda-a2f9-bb27e4f819ba" providerId="ADAL" clId="{ACC21BB1-644A-4677-9BB1-9BA981B64D62}" dt="2025-10-07T08:46:33.786" v="3314" actId="1076"/>
        <pc:sldMkLst>
          <pc:docMk/>
          <pc:sldMk cId="753947197" sldId="315"/>
        </pc:sldMkLst>
        <pc:spChg chg="mod">
          <ac:chgData name="Vinayak Sharma (Student)" userId="5017081d-1688-4eda-a2f9-bb27e4f819ba" providerId="ADAL" clId="{ACC21BB1-644A-4677-9BB1-9BA981B64D62}" dt="2025-10-07T08:21:47.185" v="2091" actId="1076"/>
          <ac:spMkLst>
            <pc:docMk/>
            <pc:sldMk cId="753947197" sldId="315"/>
            <ac:spMk id="2" creationId="{F6A87692-C399-E0D4-0C21-3030F90A7C31}"/>
          </ac:spMkLst>
        </pc:spChg>
        <pc:spChg chg="mod topLvl">
          <ac:chgData name="Vinayak Sharma (Student)" userId="5017081d-1688-4eda-a2f9-bb27e4f819ba" providerId="ADAL" clId="{ACC21BB1-644A-4677-9BB1-9BA981B64D62}" dt="2025-10-07T08:45:37.383" v="3293" actId="164"/>
          <ac:spMkLst>
            <pc:docMk/>
            <pc:sldMk cId="753947197" sldId="315"/>
            <ac:spMk id="7" creationId="{1FD90D85-2A92-9363-EE31-FD1E56C6DECD}"/>
          </ac:spMkLst>
        </pc:spChg>
        <pc:spChg chg="mod topLvl">
          <ac:chgData name="Vinayak Sharma (Student)" userId="5017081d-1688-4eda-a2f9-bb27e4f819ba" providerId="ADAL" clId="{ACC21BB1-644A-4677-9BB1-9BA981B64D62}" dt="2025-10-07T08:21:02.160" v="2078" actId="164"/>
          <ac:spMkLst>
            <pc:docMk/>
            <pc:sldMk cId="753947197" sldId="315"/>
            <ac:spMk id="8" creationId="{CAC9D03A-577F-487A-D309-D11FD115B2CD}"/>
          </ac:spMkLst>
        </pc:spChg>
        <pc:spChg chg="mod topLvl">
          <ac:chgData name="Vinayak Sharma (Student)" userId="5017081d-1688-4eda-a2f9-bb27e4f819ba" providerId="ADAL" clId="{ACC21BB1-644A-4677-9BB1-9BA981B64D62}" dt="2025-10-07T08:21:39.629" v="2090" actId="164"/>
          <ac:spMkLst>
            <pc:docMk/>
            <pc:sldMk cId="753947197" sldId="315"/>
            <ac:spMk id="9" creationId="{695AB2C0-9948-D331-C6D2-BA1A46DC8E43}"/>
          </ac:spMkLst>
        </pc:spChg>
        <pc:spChg chg="del mod">
          <ac:chgData name="Vinayak Sharma (Student)" userId="5017081d-1688-4eda-a2f9-bb27e4f819ba" providerId="ADAL" clId="{ACC21BB1-644A-4677-9BB1-9BA981B64D62}" dt="2025-10-07T08:18:24.410" v="2016" actId="478"/>
          <ac:spMkLst>
            <pc:docMk/>
            <pc:sldMk cId="753947197" sldId="315"/>
            <ac:spMk id="10" creationId="{2992B43C-E6D1-6BBB-C85A-020D0C39074C}"/>
          </ac:spMkLst>
        </pc:spChg>
        <pc:spChg chg="mod">
          <ac:chgData name="Vinayak Sharma (Student)" userId="5017081d-1688-4eda-a2f9-bb27e4f819ba" providerId="ADAL" clId="{ACC21BB1-644A-4677-9BB1-9BA981B64D62}" dt="2025-10-07T08:45:37.383" v="3293" actId="164"/>
          <ac:spMkLst>
            <pc:docMk/>
            <pc:sldMk cId="753947197" sldId="315"/>
            <ac:spMk id="21" creationId="{FF707DE9-5504-60F2-9AC5-439985E2B2F6}"/>
          </ac:spMkLst>
        </pc:spChg>
        <pc:spChg chg="mod">
          <ac:chgData name="Vinayak Sharma (Student)" userId="5017081d-1688-4eda-a2f9-bb27e4f819ba" providerId="ADAL" clId="{ACC21BB1-644A-4677-9BB1-9BA981B64D62}" dt="2025-10-07T08:45:37.383" v="3293" actId="164"/>
          <ac:spMkLst>
            <pc:docMk/>
            <pc:sldMk cId="753947197" sldId="315"/>
            <ac:spMk id="22" creationId="{A267B943-F5E2-BB19-54B5-252C5C95B8C9}"/>
          </ac:spMkLst>
        </pc:spChg>
        <pc:spChg chg="del mod">
          <ac:chgData name="Vinayak Sharma (Student)" userId="5017081d-1688-4eda-a2f9-bb27e4f819ba" providerId="ADAL" clId="{ACC21BB1-644A-4677-9BB1-9BA981B64D62}" dt="2025-10-07T08:44:49.541" v="3271" actId="478"/>
          <ac:spMkLst>
            <pc:docMk/>
            <pc:sldMk cId="753947197" sldId="315"/>
            <ac:spMk id="24" creationId="{EF84D203-C76F-E299-B1F5-5B19BFF20F04}"/>
          </ac:spMkLst>
        </pc:spChg>
        <pc:spChg chg="del mod">
          <ac:chgData name="Vinayak Sharma (Student)" userId="5017081d-1688-4eda-a2f9-bb27e4f819ba" providerId="ADAL" clId="{ACC21BB1-644A-4677-9BB1-9BA981B64D62}" dt="2025-10-07T08:44:56.788" v="3275" actId="478"/>
          <ac:spMkLst>
            <pc:docMk/>
            <pc:sldMk cId="753947197" sldId="315"/>
            <ac:spMk id="26" creationId="{93D75B08-06FB-2B87-8FF6-CE039E37F057}"/>
          </ac:spMkLst>
        </pc:spChg>
        <pc:spChg chg="del mod">
          <ac:chgData name="Vinayak Sharma (Student)" userId="5017081d-1688-4eda-a2f9-bb27e4f819ba" providerId="ADAL" clId="{ACC21BB1-644A-4677-9BB1-9BA981B64D62}" dt="2025-10-07T08:45:00.765" v="3278" actId="478"/>
          <ac:spMkLst>
            <pc:docMk/>
            <pc:sldMk cId="753947197" sldId="315"/>
            <ac:spMk id="27" creationId="{9C5D9636-DCD7-653F-AFF4-14DAB2F99416}"/>
          </ac:spMkLst>
        </pc:spChg>
        <pc:spChg chg="del mod">
          <ac:chgData name="Vinayak Sharma (Student)" userId="5017081d-1688-4eda-a2f9-bb27e4f819ba" providerId="ADAL" clId="{ACC21BB1-644A-4677-9BB1-9BA981B64D62}" dt="2025-10-07T08:44:55.586" v="3274" actId="478"/>
          <ac:spMkLst>
            <pc:docMk/>
            <pc:sldMk cId="753947197" sldId="315"/>
            <ac:spMk id="29" creationId="{F606B259-56B1-AD98-F84E-EABD46AAAB0F}"/>
          </ac:spMkLst>
        </pc:spChg>
        <pc:spChg chg="mod">
          <ac:chgData name="Vinayak Sharma (Student)" userId="5017081d-1688-4eda-a2f9-bb27e4f819ba" providerId="ADAL" clId="{ACC21BB1-644A-4677-9BB1-9BA981B64D62}" dt="2025-10-07T08:45:34.973" v="3292" actId="571"/>
          <ac:spMkLst>
            <pc:docMk/>
            <pc:sldMk cId="753947197" sldId="315"/>
            <ac:spMk id="36" creationId="{3DCDE5E0-657F-B531-8D34-2214A01267F5}"/>
          </ac:spMkLst>
        </pc:spChg>
        <pc:spChg chg="mod">
          <ac:chgData name="Vinayak Sharma (Student)" userId="5017081d-1688-4eda-a2f9-bb27e4f819ba" providerId="ADAL" clId="{ACC21BB1-644A-4677-9BB1-9BA981B64D62}" dt="2025-10-07T08:45:34.973" v="3292" actId="571"/>
          <ac:spMkLst>
            <pc:docMk/>
            <pc:sldMk cId="753947197" sldId="315"/>
            <ac:spMk id="37" creationId="{72CD0A30-6B8F-8B6B-3E5F-F966B3D15CEC}"/>
          </ac:spMkLst>
        </pc:spChg>
        <pc:spChg chg="mod">
          <ac:chgData name="Vinayak Sharma (Student)" userId="5017081d-1688-4eda-a2f9-bb27e4f819ba" providerId="ADAL" clId="{ACC21BB1-644A-4677-9BB1-9BA981B64D62}" dt="2025-10-07T08:45:34.973" v="3292" actId="571"/>
          <ac:spMkLst>
            <pc:docMk/>
            <pc:sldMk cId="753947197" sldId="315"/>
            <ac:spMk id="38" creationId="{9E3A6B04-B033-54D2-7210-BBA7C7026706}"/>
          </ac:spMkLst>
        </pc:spChg>
        <pc:spChg chg="mod">
          <ac:chgData name="Vinayak Sharma (Student)" userId="5017081d-1688-4eda-a2f9-bb27e4f819ba" providerId="ADAL" clId="{ACC21BB1-644A-4677-9BB1-9BA981B64D62}" dt="2025-10-07T08:46:22.365" v="3311" actId="1076"/>
          <ac:spMkLst>
            <pc:docMk/>
            <pc:sldMk cId="753947197" sldId="315"/>
            <ac:spMk id="40" creationId="{C78CFA8F-4607-217F-EAC4-6FD7FA5A265A}"/>
          </ac:spMkLst>
        </pc:spChg>
        <pc:spChg chg="mod">
          <ac:chgData name="Vinayak Sharma (Student)" userId="5017081d-1688-4eda-a2f9-bb27e4f819ba" providerId="ADAL" clId="{ACC21BB1-644A-4677-9BB1-9BA981B64D62}" dt="2025-10-07T08:45:45.399" v="3296" actId="20577"/>
          <ac:spMkLst>
            <pc:docMk/>
            <pc:sldMk cId="753947197" sldId="315"/>
            <ac:spMk id="41" creationId="{0D77786C-D92D-35B2-F775-905F94B48BCE}"/>
          </ac:spMkLst>
        </pc:spChg>
        <pc:spChg chg="mod ord">
          <ac:chgData name="Vinayak Sharma (Student)" userId="5017081d-1688-4eda-a2f9-bb27e4f819ba" providerId="ADAL" clId="{ACC21BB1-644A-4677-9BB1-9BA981B64D62}" dt="2025-10-07T08:45:56.242" v="3299" actId="167"/>
          <ac:spMkLst>
            <pc:docMk/>
            <pc:sldMk cId="753947197" sldId="315"/>
            <ac:spMk id="43" creationId="{4C372859-49BB-02C7-5ED5-FD42399C200C}"/>
          </ac:spMkLst>
        </pc:spChg>
        <pc:spChg chg="mod">
          <ac:chgData name="Vinayak Sharma (Student)" userId="5017081d-1688-4eda-a2f9-bb27e4f819ba" providerId="ADAL" clId="{ACC21BB1-644A-4677-9BB1-9BA981B64D62}" dt="2025-10-07T08:45:54.301" v="3298" actId="20577"/>
          <ac:spMkLst>
            <pc:docMk/>
            <pc:sldMk cId="753947197" sldId="315"/>
            <ac:spMk id="44" creationId="{112AF617-1E4E-BC0C-E90D-C9C870DE9681}"/>
          </ac:spMkLst>
        </pc:spChg>
        <pc:grpChg chg="add del mod">
          <ac:chgData name="Vinayak Sharma (Student)" userId="5017081d-1688-4eda-a2f9-bb27e4f819ba" providerId="ADAL" clId="{ACC21BB1-644A-4677-9BB1-9BA981B64D62}" dt="2025-10-07T08:18:34.659" v="2023" actId="165"/>
          <ac:grpSpMkLst>
            <pc:docMk/>
            <pc:sldMk cId="753947197" sldId="315"/>
            <ac:grpSpMk id="3" creationId="{A23AC8DC-C73B-36A2-4A7A-C5436FD4C8B0}"/>
          </ac:grpSpMkLst>
        </pc:grpChg>
        <pc:grpChg chg="add mod">
          <ac:chgData name="Vinayak Sharma (Student)" userId="5017081d-1688-4eda-a2f9-bb27e4f819ba" providerId="ADAL" clId="{ACC21BB1-644A-4677-9BB1-9BA981B64D62}" dt="2025-10-07T08:46:09.951" v="3304" actId="164"/>
          <ac:grpSpMkLst>
            <pc:docMk/>
            <pc:sldMk cId="753947197" sldId="315"/>
            <ac:grpSpMk id="16" creationId="{F53A724F-B5A6-E8C4-0FA6-92B6AE969790}"/>
          </ac:grpSpMkLst>
        </pc:grpChg>
        <pc:grpChg chg="add mod">
          <ac:chgData name="Vinayak Sharma (Student)" userId="5017081d-1688-4eda-a2f9-bb27e4f819ba" providerId="ADAL" clId="{ACC21BB1-644A-4677-9BB1-9BA981B64D62}" dt="2025-10-07T08:46:07.327" v="3303" actId="164"/>
          <ac:grpSpMkLst>
            <pc:docMk/>
            <pc:sldMk cId="753947197" sldId="315"/>
            <ac:grpSpMk id="17" creationId="{C40466CE-0E2E-78CA-08A0-C85116126F0B}"/>
          </ac:grpSpMkLst>
        </pc:grpChg>
        <pc:grpChg chg="add mod">
          <ac:chgData name="Vinayak Sharma (Student)" userId="5017081d-1688-4eda-a2f9-bb27e4f819ba" providerId="ADAL" clId="{ACC21BB1-644A-4677-9BB1-9BA981B64D62}" dt="2025-10-07T08:46:04.981" v="3302" actId="164"/>
          <ac:grpSpMkLst>
            <pc:docMk/>
            <pc:sldMk cId="753947197" sldId="315"/>
            <ac:grpSpMk id="18" creationId="{38E9A50A-972F-319A-05BA-ABDEDF41D500}"/>
          </ac:grpSpMkLst>
        </pc:grpChg>
        <pc:grpChg chg="add mod ord">
          <ac:chgData name="Vinayak Sharma (Student)" userId="5017081d-1688-4eda-a2f9-bb27e4f819ba" providerId="ADAL" clId="{ACC21BB1-644A-4677-9BB1-9BA981B64D62}" dt="2025-10-07T08:46:09.951" v="3304" actId="164"/>
          <ac:grpSpMkLst>
            <pc:docMk/>
            <pc:sldMk cId="753947197" sldId="315"/>
            <ac:grpSpMk id="19" creationId="{487947B3-6D24-8A9F-9CA2-021FEC865E6C}"/>
          </ac:grpSpMkLst>
        </pc:grpChg>
        <pc:grpChg chg="del mod">
          <ac:chgData name="Vinayak Sharma (Student)" userId="5017081d-1688-4eda-a2f9-bb27e4f819ba" providerId="ADAL" clId="{ACC21BB1-644A-4677-9BB1-9BA981B64D62}" dt="2025-10-07T08:45:00.765" v="3278" actId="478"/>
          <ac:grpSpMkLst>
            <pc:docMk/>
            <pc:sldMk cId="753947197" sldId="315"/>
            <ac:grpSpMk id="20" creationId="{A5527385-E1C2-E3C3-845C-AF7B36D7660E}"/>
          </ac:grpSpMkLst>
        </pc:grpChg>
        <pc:grpChg chg="del mod">
          <ac:chgData name="Vinayak Sharma (Student)" userId="5017081d-1688-4eda-a2f9-bb27e4f819ba" providerId="ADAL" clId="{ACC21BB1-644A-4677-9BB1-9BA981B64D62}" dt="2025-10-07T08:44:49.541" v="3271" actId="478"/>
          <ac:grpSpMkLst>
            <pc:docMk/>
            <pc:sldMk cId="753947197" sldId="315"/>
            <ac:grpSpMk id="23" creationId="{75E58599-B23E-A4A2-8B64-6F3E2D13DFDD}"/>
          </ac:grpSpMkLst>
        </pc:grpChg>
        <pc:grpChg chg="del mod">
          <ac:chgData name="Vinayak Sharma (Student)" userId="5017081d-1688-4eda-a2f9-bb27e4f819ba" providerId="ADAL" clId="{ACC21BB1-644A-4677-9BB1-9BA981B64D62}" dt="2025-10-07T08:44:59.415" v="3277" actId="478"/>
          <ac:grpSpMkLst>
            <pc:docMk/>
            <pc:sldMk cId="753947197" sldId="315"/>
            <ac:grpSpMk id="25" creationId="{4F9F5749-0060-DD71-CCD3-D0837E81E633}"/>
          </ac:grpSpMkLst>
        </pc:grpChg>
        <pc:grpChg chg="add mod">
          <ac:chgData name="Vinayak Sharma (Student)" userId="5017081d-1688-4eda-a2f9-bb27e4f819ba" providerId="ADAL" clId="{ACC21BB1-644A-4677-9BB1-9BA981B64D62}" dt="2025-10-07T08:45:37.383" v="3293" actId="164"/>
          <ac:grpSpMkLst>
            <pc:docMk/>
            <pc:sldMk cId="753947197" sldId="315"/>
            <ac:grpSpMk id="31" creationId="{63E07D1F-398A-1456-D322-A0EA02785798}"/>
          </ac:grpSpMkLst>
        </pc:grpChg>
        <pc:grpChg chg="add mod">
          <ac:chgData name="Vinayak Sharma (Student)" userId="5017081d-1688-4eda-a2f9-bb27e4f819ba" providerId="ADAL" clId="{ACC21BB1-644A-4677-9BB1-9BA981B64D62}" dt="2025-10-07T08:45:34.973" v="3292" actId="571"/>
          <ac:grpSpMkLst>
            <pc:docMk/>
            <pc:sldMk cId="753947197" sldId="315"/>
            <ac:grpSpMk id="32" creationId="{FF0B9A8E-92D9-02A2-E32C-2896CBA5EFF2}"/>
          </ac:grpSpMkLst>
        </pc:grpChg>
        <pc:grpChg chg="mod">
          <ac:chgData name="Vinayak Sharma (Student)" userId="5017081d-1688-4eda-a2f9-bb27e4f819ba" providerId="ADAL" clId="{ACC21BB1-644A-4677-9BB1-9BA981B64D62}" dt="2025-10-07T08:45:34.973" v="3292" actId="571"/>
          <ac:grpSpMkLst>
            <pc:docMk/>
            <pc:sldMk cId="753947197" sldId="315"/>
            <ac:grpSpMk id="33" creationId="{6FF61938-D67E-9EE5-C2BF-533F5A05E319}"/>
          </ac:grpSpMkLst>
        </pc:grpChg>
        <pc:grpChg chg="mod">
          <ac:chgData name="Vinayak Sharma (Student)" userId="5017081d-1688-4eda-a2f9-bb27e4f819ba" providerId="ADAL" clId="{ACC21BB1-644A-4677-9BB1-9BA981B64D62}" dt="2025-10-07T08:45:34.973" v="3292" actId="571"/>
          <ac:grpSpMkLst>
            <pc:docMk/>
            <pc:sldMk cId="753947197" sldId="315"/>
            <ac:grpSpMk id="34" creationId="{BAA13FBD-477F-5CB5-B835-ABD5938FC86F}"/>
          </ac:grpSpMkLst>
        </pc:grpChg>
        <pc:grpChg chg="add mod ord">
          <ac:chgData name="Vinayak Sharma (Student)" userId="5017081d-1688-4eda-a2f9-bb27e4f819ba" providerId="ADAL" clId="{ACC21BB1-644A-4677-9BB1-9BA981B64D62}" dt="2025-10-07T08:46:07.327" v="3303" actId="164"/>
          <ac:grpSpMkLst>
            <pc:docMk/>
            <pc:sldMk cId="753947197" sldId="315"/>
            <ac:grpSpMk id="39" creationId="{6C8F5305-8A1F-CAD8-387E-B5ED98AEAE97}"/>
          </ac:grpSpMkLst>
        </pc:grpChg>
        <pc:grpChg chg="add mod ord">
          <ac:chgData name="Vinayak Sharma (Student)" userId="5017081d-1688-4eda-a2f9-bb27e4f819ba" providerId="ADAL" clId="{ACC21BB1-644A-4677-9BB1-9BA981B64D62}" dt="2025-10-07T08:46:04.981" v="3302" actId="164"/>
          <ac:grpSpMkLst>
            <pc:docMk/>
            <pc:sldMk cId="753947197" sldId="315"/>
            <ac:grpSpMk id="42" creationId="{71E3F9EB-6E8E-2BF3-D0AF-F27549063BA3}"/>
          </ac:grpSpMkLst>
        </pc:grpChg>
        <pc:grpChg chg="add mod">
          <ac:chgData name="Vinayak Sharma (Student)" userId="5017081d-1688-4eda-a2f9-bb27e4f819ba" providerId="ADAL" clId="{ACC21BB1-644A-4677-9BB1-9BA981B64D62}" dt="2025-10-07T08:46:33.786" v="3314" actId="1076"/>
          <ac:grpSpMkLst>
            <pc:docMk/>
            <pc:sldMk cId="753947197" sldId="315"/>
            <ac:grpSpMk id="45" creationId="{1DC9F47D-2051-40C1-77F7-CCE4EE982C49}"/>
          </ac:grpSpMkLst>
        </pc:grpChg>
        <pc:grpChg chg="add mod">
          <ac:chgData name="Vinayak Sharma (Student)" userId="5017081d-1688-4eda-a2f9-bb27e4f819ba" providerId="ADAL" clId="{ACC21BB1-644A-4677-9BB1-9BA981B64D62}" dt="2025-10-07T08:46:26.825" v="3312" actId="1076"/>
          <ac:grpSpMkLst>
            <pc:docMk/>
            <pc:sldMk cId="753947197" sldId="315"/>
            <ac:grpSpMk id="46" creationId="{E6A1A792-A2E9-0F49-AA99-418D2D2D76CA}"/>
          </ac:grpSpMkLst>
        </pc:grpChg>
        <pc:grpChg chg="add mod">
          <ac:chgData name="Vinayak Sharma (Student)" userId="5017081d-1688-4eda-a2f9-bb27e4f819ba" providerId="ADAL" clId="{ACC21BB1-644A-4677-9BB1-9BA981B64D62}" dt="2025-10-07T08:46:30.391" v="3313" actId="1076"/>
          <ac:grpSpMkLst>
            <pc:docMk/>
            <pc:sldMk cId="753947197" sldId="315"/>
            <ac:grpSpMk id="47" creationId="{1815DBA0-C751-F800-D90A-AAB2BE61F034}"/>
          </ac:grpSpMkLst>
        </pc:grpChg>
        <pc:picChg chg="mod modCrop">
          <ac:chgData name="Vinayak Sharma (Student)" userId="5017081d-1688-4eda-a2f9-bb27e4f819ba" providerId="ADAL" clId="{ACC21BB1-644A-4677-9BB1-9BA981B64D62}" dt="2025-10-07T08:45:37.383" v="3293" actId="164"/>
          <ac:picMkLst>
            <pc:docMk/>
            <pc:sldMk cId="753947197" sldId="315"/>
            <ac:picMk id="4" creationId="{58C84747-7983-EEA1-EFEF-70926E49BBC6}"/>
          </ac:picMkLst>
        </pc:picChg>
        <pc:picChg chg="add mod modCrop">
          <ac:chgData name="Vinayak Sharma (Student)" userId="5017081d-1688-4eda-a2f9-bb27e4f819ba" providerId="ADAL" clId="{ACC21BB1-644A-4677-9BB1-9BA981B64D62}" dt="2025-10-07T08:21:02.160" v="2078" actId="164"/>
          <ac:picMkLst>
            <pc:docMk/>
            <pc:sldMk cId="753947197" sldId="315"/>
            <ac:picMk id="14" creationId="{93261045-728F-8F30-DCE2-AC5DD307B3AF}"/>
          </ac:picMkLst>
        </pc:picChg>
        <pc:picChg chg="add mod modCrop">
          <ac:chgData name="Vinayak Sharma (Student)" userId="5017081d-1688-4eda-a2f9-bb27e4f819ba" providerId="ADAL" clId="{ACC21BB1-644A-4677-9BB1-9BA981B64D62}" dt="2025-10-07T08:21:39.629" v="2090" actId="164"/>
          <ac:picMkLst>
            <pc:docMk/>
            <pc:sldMk cId="753947197" sldId="315"/>
            <ac:picMk id="15" creationId="{2D6CA429-200E-4528-A3B4-38C080F4CF47}"/>
          </ac:picMkLst>
        </pc:picChg>
        <pc:picChg chg="mod">
          <ac:chgData name="Vinayak Sharma (Student)" userId="5017081d-1688-4eda-a2f9-bb27e4f819ba" providerId="ADAL" clId="{ACC21BB1-644A-4677-9BB1-9BA981B64D62}" dt="2025-10-07T08:45:34.973" v="3292" actId="571"/>
          <ac:picMkLst>
            <pc:docMk/>
            <pc:sldMk cId="753947197" sldId="315"/>
            <ac:picMk id="35" creationId="{76B03B09-D33F-7B14-C75B-ABE951024842}"/>
          </ac:picMkLst>
        </pc:picChg>
        <pc:picChg chg="del mod">
          <ac:chgData name="Vinayak Sharma (Student)" userId="5017081d-1688-4eda-a2f9-bb27e4f819ba" providerId="ADAL" clId="{ACC21BB1-644A-4677-9BB1-9BA981B64D62}" dt="2025-10-07T07:46:41.102" v="415" actId="478"/>
          <ac:picMkLst>
            <pc:docMk/>
            <pc:sldMk cId="753947197" sldId="315"/>
            <ac:picMk id="1026" creationId="{1136F4A4-485C-72DB-AC6F-3455FD80FFF7}"/>
          </ac:picMkLst>
        </pc:picChg>
        <pc:cxnChg chg="del mod">
          <ac:chgData name="Vinayak Sharma (Student)" userId="5017081d-1688-4eda-a2f9-bb27e4f819ba" providerId="ADAL" clId="{ACC21BB1-644A-4677-9BB1-9BA981B64D62}" dt="2025-10-07T08:18:31.268" v="2021" actId="478"/>
          <ac:cxnSpMkLst>
            <pc:docMk/>
            <pc:sldMk cId="753947197" sldId="315"/>
            <ac:cxnSpMk id="11" creationId="{28FA336E-E20E-EDCA-5CE6-E65A65AD82C1}"/>
          </ac:cxnSpMkLst>
        </pc:cxnChg>
        <pc:cxnChg chg="del mod">
          <ac:chgData name="Vinayak Sharma (Student)" userId="5017081d-1688-4eda-a2f9-bb27e4f819ba" providerId="ADAL" clId="{ACC21BB1-644A-4677-9BB1-9BA981B64D62}" dt="2025-10-07T08:18:29.858" v="2020" actId="478"/>
          <ac:cxnSpMkLst>
            <pc:docMk/>
            <pc:sldMk cId="753947197" sldId="315"/>
            <ac:cxnSpMk id="12" creationId="{D40A571D-E4FF-4CB8-7CBC-19BF4AB27C19}"/>
          </ac:cxnSpMkLst>
        </pc:cxnChg>
        <pc:cxnChg chg="del mod">
          <ac:chgData name="Vinayak Sharma (Student)" userId="5017081d-1688-4eda-a2f9-bb27e4f819ba" providerId="ADAL" clId="{ACC21BB1-644A-4677-9BB1-9BA981B64D62}" dt="2025-10-07T08:18:28.328" v="2019" actId="478"/>
          <ac:cxnSpMkLst>
            <pc:docMk/>
            <pc:sldMk cId="753947197" sldId="315"/>
            <ac:cxnSpMk id="13" creationId="{5053EC7F-F1F7-5B98-515F-367C134A794F}"/>
          </ac:cxnSpMkLst>
        </pc:cxnChg>
        <pc:cxnChg chg="del mod">
          <ac:chgData name="Vinayak Sharma (Student)" userId="5017081d-1688-4eda-a2f9-bb27e4f819ba" providerId="ADAL" clId="{ACC21BB1-644A-4677-9BB1-9BA981B64D62}" dt="2025-10-07T08:44:59.415" v="3277" actId="478"/>
          <ac:cxnSpMkLst>
            <pc:docMk/>
            <pc:sldMk cId="753947197" sldId="315"/>
            <ac:cxnSpMk id="28" creationId="{5BAE81C8-3EF5-9E68-1F54-CA9BC26B8B88}"/>
          </ac:cxnSpMkLst>
        </pc:cxnChg>
        <pc:cxnChg chg="del mod">
          <ac:chgData name="Vinayak Sharma (Student)" userId="5017081d-1688-4eda-a2f9-bb27e4f819ba" providerId="ADAL" clId="{ACC21BB1-644A-4677-9BB1-9BA981B64D62}" dt="2025-10-07T08:44:58.223" v="3276" actId="478"/>
          <ac:cxnSpMkLst>
            <pc:docMk/>
            <pc:sldMk cId="753947197" sldId="315"/>
            <ac:cxnSpMk id="30" creationId="{0C94DCAD-8951-A03D-469E-E38F7A06DBAC}"/>
          </ac:cxnSpMkLst>
        </pc:cxnChg>
      </pc:sldChg>
      <pc:sldChg chg="addSp delSp modSp add mod">
        <pc:chgData name="Vinayak Sharma (Student)" userId="5017081d-1688-4eda-a2f9-bb27e4f819ba" providerId="ADAL" clId="{ACC21BB1-644A-4677-9BB1-9BA981B64D62}" dt="2025-10-07T08:14:20.391" v="1936"/>
        <pc:sldMkLst>
          <pc:docMk/>
          <pc:sldMk cId="1672732212" sldId="316"/>
        </pc:sldMkLst>
        <pc:spChg chg="add del mod">
          <ac:chgData name="Vinayak Sharma (Student)" userId="5017081d-1688-4eda-a2f9-bb27e4f819ba" providerId="ADAL" clId="{ACC21BB1-644A-4677-9BB1-9BA981B64D62}" dt="2025-10-07T08:14:01.191" v="1922" actId="478"/>
          <ac:spMkLst>
            <pc:docMk/>
            <pc:sldMk cId="1672732212" sldId="316"/>
            <ac:spMk id="3" creationId="{44D4F6AF-971A-840E-CF9C-9F1CEA5B4A93}"/>
          </ac:spMkLst>
        </pc:spChg>
        <pc:spChg chg="add del mod">
          <ac:chgData name="Vinayak Sharma (Student)" userId="5017081d-1688-4eda-a2f9-bb27e4f819ba" providerId="ADAL" clId="{ACC21BB1-644A-4677-9BB1-9BA981B64D62}" dt="2025-10-07T08:14:01.191" v="1922" actId="478"/>
          <ac:spMkLst>
            <pc:docMk/>
            <pc:sldMk cId="1672732212" sldId="316"/>
            <ac:spMk id="5" creationId="{531D4DEA-BDF6-B1DE-95B1-3CC319379199}"/>
          </ac:spMkLst>
        </pc:spChg>
        <pc:spChg chg="add del mod">
          <ac:chgData name="Vinayak Sharma (Student)" userId="5017081d-1688-4eda-a2f9-bb27e4f819ba" providerId="ADAL" clId="{ACC21BB1-644A-4677-9BB1-9BA981B64D62}" dt="2025-10-07T08:14:18.961" v="1934" actId="478"/>
          <ac:spMkLst>
            <pc:docMk/>
            <pc:sldMk cId="1672732212" sldId="316"/>
            <ac:spMk id="6" creationId="{4A4986CF-4756-2E44-AC26-924E79DAF55C}"/>
          </ac:spMkLst>
        </pc:spChg>
        <pc:spChg chg="add del">
          <ac:chgData name="Vinayak Sharma (Student)" userId="5017081d-1688-4eda-a2f9-bb27e4f819ba" providerId="ADAL" clId="{ACC21BB1-644A-4677-9BB1-9BA981B64D62}" dt="2025-10-07T08:14:10.250" v="1927" actId="478"/>
          <ac:spMkLst>
            <pc:docMk/>
            <pc:sldMk cId="1672732212" sldId="316"/>
            <ac:spMk id="7" creationId="{39E86C5E-4B71-33D0-08AD-3D9856EEEC96}"/>
          </ac:spMkLst>
        </pc:spChg>
        <pc:spChg chg="add del mod">
          <ac:chgData name="Vinayak Sharma (Student)" userId="5017081d-1688-4eda-a2f9-bb27e4f819ba" providerId="ADAL" clId="{ACC21BB1-644A-4677-9BB1-9BA981B64D62}" dt="2025-10-07T08:14:03.572" v="1924" actId="478"/>
          <ac:spMkLst>
            <pc:docMk/>
            <pc:sldMk cId="1672732212" sldId="316"/>
            <ac:spMk id="12" creationId="{C9945CC9-553A-F793-B548-E0A2BBF44C3F}"/>
          </ac:spMkLst>
        </pc:spChg>
        <pc:spChg chg="add del mod">
          <ac:chgData name="Vinayak Sharma (Student)" userId="5017081d-1688-4eda-a2f9-bb27e4f819ba" providerId="ADAL" clId="{ACC21BB1-644A-4677-9BB1-9BA981B64D62}" dt="2025-10-07T08:14:03.572" v="1924" actId="478"/>
          <ac:spMkLst>
            <pc:docMk/>
            <pc:sldMk cId="1672732212" sldId="316"/>
            <ac:spMk id="15" creationId="{A3BA40EB-DDD5-EEBB-1DB0-E110B50CACB3}"/>
          </ac:spMkLst>
        </pc:spChg>
        <pc:spChg chg="add del mod">
          <ac:chgData name="Vinayak Sharma (Student)" userId="5017081d-1688-4eda-a2f9-bb27e4f819ba" providerId="ADAL" clId="{ACC21BB1-644A-4677-9BB1-9BA981B64D62}" dt="2025-10-07T08:14:07.533" v="1926" actId="478"/>
          <ac:spMkLst>
            <pc:docMk/>
            <pc:sldMk cId="1672732212" sldId="316"/>
            <ac:spMk id="18" creationId="{2CEDAF4E-1A9F-6F47-AB27-36B36E4E51C2}"/>
          </ac:spMkLst>
        </pc:spChg>
        <pc:spChg chg="add del mod">
          <ac:chgData name="Vinayak Sharma (Student)" userId="5017081d-1688-4eda-a2f9-bb27e4f819ba" providerId="ADAL" clId="{ACC21BB1-644A-4677-9BB1-9BA981B64D62}" dt="2025-10-07T08:14:07.533" v="1926" actId="478"/>
          <ac:spMkLst>
            <pc:docMk/>
            <pc:sldMk cId="1672732212" sldId="316"/>
            <ac:spMk id="37" creationId="{DEF41E31-F93B-CF63-402B-8C8B82FECE19}"/>
          </ac:spMkLst>
        </pc:spChg>
        <pc:spChg chg="add del mod">
          <ac:chgData name="Vinayak Sharma (Student)" userId="5017081d-1688-4eda-a2f9-bb27e4f819ba" providerId="ADAL" clId="{ACC21BB1-644A-4677-9BB1-9BA981B64D62}" dt="2025-10-07T08:14:11.345" v="1928" actId="478"/>
          <ac:spMkLst>
            <pc:docMk/>
            <pc:sldMk cId="1672732212" sldId="316"/>
            <ac:spMk id="44" creationId="{5E407668-7E9D-AD58-75D2-9A60EE88288C}"/>
          </ac:spMkLst>
        </pc:spChg>
        <pc:spChg chg="add mod">
          <ac:chgData name="Vinayak Sharma (Student)" userId="5017081d-1688-4eda-a2f9-bb27e4f819ba" providerId="ADAL" clId="{ACC21BB1-644A-4677-9BB1-9BA981B64D62}" dt="2025-10-07T08:14:20.391" v="1936"/>
          <ac:spMkLst>
            <pc:docMk/>
            <pc:sldMk cId="1672732212" sldId="316"/>
            <ac:spMk id="45" creationId="{BF542BD9-BBCE-2535-D63F-A40C28713083}"/>
          </ac:spMkLst>
        </pc:spChg>
        <pc:cxnChg chg="add mod">
          <ac:chgData name="Vinayak Sharma (Student)" userId="5017081d-1688-4eda-a2f9-bb27e4f819ba" providerId="ADAL" clId="{ACC21BB1-644A-4677-9BB1-9BA981B64D62}" dt="2025-10-07T08:14:16.360" v="1932"/>
          <ac:cxnSpMkLst>
            <pc:docMk/>
            <pc:sldMk cId="1672732212" sldId="316"/>
            <ac:cxnSpMk id="46" creationId="{CAF60424-847C-795B-ABA8-595D81E3764C}"/>
          </ac:cxnSpMkLst>
        </pc:cxnChg>
      </pc:sldChg>
      <pc:sldChg chg="addSp delSp modSp add mod">
        <pc:chgData name="Vinayak Sharma (Student)" userId="5017081d-1688-4eda-a2f9-bb27e4f819ba" providerId="ADAL" clId="{ACC21BB1-644A-4677-9BB1-9BA981B64D62}" dt="2025-10-07T08:14:52.708" v="1944"/>
        <pc:sldMkLst>
          <pc:docMk/>
          <pc:sldMk cId="2190006275" sldId="317"/>
        </pc:sldMkLst>
        <pc:spChg chg="add del mod">
          <ac:chgData name="Vinayak Sharma (Student)" userId="5017081d-1688-4eda-a2f9-bb27e4f819ba" providerId="ADAL" clId="{ACC21BB1-644A-4677-9BB1-9BA981B64D62}" dt="2025-10-07T08:14:44.384" v="1940" actId="478"/>
          <ac:spMkLst>
            <pc:docMk/>
            <pc:sldMk cId="2190006275" sldId="317"/>
            <ac:spMk id="4" creationId="{BF376C5F-EBFB-8DC8-CB65-46DD476DE729}"/>
          </ac:spMkLst>
        </pc:spChg>
        <pc:spChg chg="del">
          <ac:chgData name="Vinayak Sharma (Student)" userId="5017081d-1688-4eda-a2f9-bb27e4f819ba" providerId="ADAL" clId="{ACC21BB1-644A-4677-9BB1-9BA981B64D62}" dt="2025-10-07T08:14:40.774" v="1938" actId="478"/>
          <ac:spMkLst>
            <pc:docMk/>
            <pc:sldMk cId="2190006275" sldId="317"/>
            <ac:spMk id="6" creationId="{0B9F5379-3CA0-EAF3-09BD-9A8CD321CEFE}"/>
          </ac:spMkLst>
        </pc:spChg>
        <pc:spChg chg="del mod">
          <ac:chgData name="Vinayak Sharma (Student)" userId="5017081d-1688-4eda-a2f9-bb27e4f819ba" providerId="ADAL" clId="{ACC21BB1-644A-4677-9BB1-9BA981B64D62}" dt="2025-10-07T08:14:40.774" v="1938" actId="478"/>
          <ac:spMkLst>
            <pc:docMk/>
            <pc:sldMk cId="2190006275" sldId="317"/>
            <ac:spMk id="7" creationId="{8C626FB6-55AA-144E-A458-08020A430CCA}"/>
          </ac:spMkLst>
        </pc:spChg>
        <pc:spChg chg="add del mod">
          <ac:chgData name="Vinayak Sharma (Student)" userId="5017081d-1688-4eda-a2f9-bb27e4f819ba" providerId="ADAL" clId="{ACC21BB1-644A-4677-9BB1-9BA981B64D62}" dt="2025-10-07T08:14:43.312" v="1939" actId="478"/>
          <ac:spMkLst>
            <pc:docMk/>
            <pc:sldMk cId="2190006275" sldId="317"/>
            <ac:spMk id="10" creationId="{9A2FDCD5-1CAA-7CBB-EA7B-BE7781E6DC18}"/>
          </ac:spMkLst>
        </pc:spChg>
        <pc:spChg chg="add mod">
          <ac:chgData name="Vinayak Sharma (Student)" userId="5017081d-1688-4eda-a2f9-bb27e4f819ba" providerId="ADAL" clId="{ACC21BB1-644A-4677-9BB1-9BA981B64D62}" dt="2025-10-07T08:14:52.708" v="1944"/>
          <ac:spMkLst>
            <pc:docMk/>
            <pc:sldMk cId="2190006275" sldId="317"/>
            <ac:spMk id="11" creationId="{E668480F-CC7F-41B7-45DE-24A213C43B37}"/>
          </ac:spMkLst>
        </pc:spChg>
        <pc:cxnChg chg="add mod">
          <ac:chgData name="Vinayak Sharma (Student)" userId="5017081d-1688-4eda-a2f9-bb27e4f819ba" providerId="ADAL" clId="{ACC21BB1-644A-4677-9BB1-9BA981B64D62}" dt="2025-10-07T08:14:45.273" v="1941"/>
          <ac:cxnSpMkLst>
            <pc:docMk/>
            <pc:sldMk cId="2190006275" sldId="317"/>
            <ac:cxnSpMk id="12" creationId="{F87C0A41-C91E-6F41-5B89-1962D3C41B23}"/>
          </ac:cxnSpMkLst>
        </pc:cxnChg>
      </pc:sldChg>
      <pc:sldChg chg="addSp delSp modSp add mod">
        <pc:chgData name="Vinayak Sharma (Student)" userId="5017081d-1688-4eda-a2f9-bb27e4f819ba" providerId="ADAL" clId="{ACC21BB1-644A-4677-9BB1-9BA981B64D62}" dt="2025-10-07T08:15:26.951" v="1976" actId="20577"/>
        <pc:sldMkLst>
          <pc:docMk/>
          <pc:sldMk cId="2454578026" sldId="318"/>
        </pc:sldMkLst>
        <pc:spChg chg="add del mod">
          <ac:chgData name="Vinayak Sharma (Student)" userId="5017081d-1688-4eda-a2f9-bb27e4f819ba" providerId="ADAL" clId="{ACC21BB1-644A-4677-9BB1-9BA981B64D62}" dt="2025-10-07T08:15:06.182" v="1946" actId="478"/>
          <ac:spMkLst>
            <pc:docMk/>
            <pc:sldMk cId="2454578026" sldId="318"/>
            <ac:spMk id="3" creationId="{79241239-82DF-634E-AA45-55F7E3507DB6}"/>
          </ac:spMkLst>
        </pc:spChg>
        <pc:spChg chg="del">
          <ac:chgData name="Vinayak Sharma (Student)" userId="5017081d-1688-4eda-a2f9-bb27e4f819ba" providerId="ADAL" clId="{ACC21BB1-644A-4677-9BB1-9BA981B64D62}" dt="2025-10-07T08:15:07.403" v="1947" actId="478"/>
          <ac:spMkLst>
            <pc:docMk/>
            <pc:sldMk cId="2454578026" sldId="318"/>
            <ac:spMk id="4" creationId="{2E62CD3A-1938-82CC-7F2E-712D6046BE1F}"/>
          </ac:spMkLst>
        </pc:spChg>
        <pc:spChg chg="del">
          <ac:chgData name="Vinayak Sharma (Student)" userId="5017081d-1688-4eda-a2f9-bb27e4f819ba" providerId="ADAL" clId="{ACC21BB1-644A-4677-9BB1-9BA981B64D62}" dt="2025-10-07T08:15:02.895" v="1945" actId="478"/>
          <ac:spMkLst>
            <pc:docMk/>
            <pc:sldMk cId="2454578026" sldId="318"/>
            <ac:spMk id="5" creationId="{0A73E157-870C-DC7F-D065-D1A6A8D2BA67}"/>
          </ac:spMkLst>
        </pc:spChg>
        <pc:spChg chg="add del mod">
          <ac:chgData name="Vinayak Sharma (Student)" userId="5017081d-1688-4eda-a2f9-bb27e4f819ba" providerId="ADAL" clId="{ACC21BB1-644A-4677-9BB1-9BA981B64D62}" dt="2025-10-07T08:15:09.788" v="1948" actId="478"/>
          <ac:spMkLst>
            <pc:docMk/>
            <pc:sldMk cId="2454578026" sldId="318"/>
            <ac:spMk id="7" creationId="{A66A9479-98F0-491A-EDCB-08BCBE1969FE}"/>
          </ac:spMkLst>
        </pc:spChg>
        <pc:spChg chg="add mod">
          <ac:chgData name="Vinayak Sharma (Student)" userId="5017081d-1688-4eda-a2f9-bb27e4f819ba" providerId="ADAL" clId="{ACC21BB1-644A-4677-9BB1-9BA981B64D62}" dt="2025-10-07T08:15:26.951" v="1976" actId="20577"/>
          <ac:spMkLst>
            <pc:docMk/>
            <pc:sldMk cId="2454578026" sldId="318"/>
            <ac:spMk id="8" creationId="{EE7B1E44-CA66-7A79-8C55-B1C1A10B6E94}"/>
          </ac:spMkLst>
        </pc:spChg>
        <pc:spChg chg="mod">
          <ac:chgData name="Vinayak Sharma (Student)" userId="5017081d-1688-4eda-a2f9-bb27e4f819ba" providerId="ADAL" clId="{ACC21BB1-644A-4677-9BB1-9BA981B64D62}" dt="2025-10-07T08:15:17.177" v="1951" actId="1076"/>
          <ac:spMkLst>
            <pc:docMk/>
            <pc:sldMk cId="2454578026" sldId="318"/>
            <ac:spMk id="42" creationId="{C9E14F0F-6E10-01B3-93B5-347B4FCA5309}"/>
          </ac:spMkLst>
        </pc:spChg>
        <pc:spChg chg="mod">
          <ac:chgData name="Vinayak Sharma (Student)" userId="5017081d-1688-4eda-a2f9-bb27e4f819ba" providerId="ADAL" clId="{ACC21BB1-644A-4677-9BB1-9BA981B64D62}" dt="2025-10-07T08:15:17.177" v="1951" actId="1076"/>
          <ac:spMkLst>
            <pc:docMk/>
            <pc:sldMk cId="2454578026" sldId="318"/>
            <ac:spMk id="51" creationId="{D17DBABD-FEBC-428F-F807-81EE44B582F6}"/>
          </ac:spMkLst>
        </pc:spChg>
        <pc:grpChg chg="mod">
          <ac:chgData name="Vinayak Sharma (Student)" userId="5017081d-1688-4eda-a2f9-bb27e4f819ba" providerId="ADAL" clId="{ACC21BB1-644A-4677-9BB1-9BA981B64D62}" dt="2025-10-07T08:15:17.177" v="1951" actId="1076"/>
          <ac:grpSpMkLst>
            <pc:docMk/>
            <pc:sldMk cId="2454578026" sldId="318"/>
            <ac:grpSpMk id="37" creationId="{424D7F66-6FEB-21C1-2167-9125DAEA4C63}"/>
          </ac:grpSpMkLst>
        </pc:grpChg>
        <pc:grpChg chg="mod">
          <ac:chgData name="Vinayak Sharma (Student)" userId="5017081d-1688-4eda-a2f9-bb27e4f819ba" providerId="ADAL" clId="{ACC21BB1-644A-4677-9BB1-9BA981B64D62}" dt="2025-10-07T08:15:17.177" v="1951" actId="1076"/>
          <ac:grpSpMkLst>
            <pc:docMk/>
            <pc:sldMk cId="2454578026" sldId="318"/>
            <ac:grpSpMk id="62" creationId="{11D251B0-9B10-6AD0-57D4-7A246676762A}"/>
          </ac:grpSpMkLst>
        </pc:grpChg>
        <pc:grpChg chg="mod">
          <ac:chgData name="Vinayak Sharma (Student)" userId="5017081d-1688-4eda-a2f9-bb27e4f819ba" providerId="ADAL" clId="{ACC21BB1-644A-4677-9BB1-9BA981B64D62}" dt="2025-10-07T08:15:17.177" v="1951" actId="1076"/>
          <ac:grpSpMkLst>
            <pc:docMk/>
            <pc:sldMk cId="2454578026" sldId="318"/>
            <ac:grpSpMk id="70" creationId="{C02BCA8F-A74A-2E19-FC08-4612C246A58D}"/>
          </ac:grpSpMkLst>
        </pc:grpChg>
        <pc:cxnChg chg="add mod">
          <ac:chgData name="Vinayak Sharma (Student)" userId="5017081d-1688-4eda-a2f9-bb27e4f819ba" providerId="ADAL" clId="{ACC21BB1-644A-4677-9BB1-9BA981B64D62}" dt="2025-10-07T08:15:21.547" v="1952"/>
          <ac:cxnSpMkLst>
            <pc:docMk/>
            <pc:sldMk cId="2454578026" sldId="318"/>
            <ac:cxnSpMk id="9" creationId="{0EF51278-16D4-9747-F2BD-0C37FE57D62D}"/>
          </ac:cxnSpMkLst>
        </pc:cxnChg>
      </pc:sldChg>
      <pc:sldChg chg="add ord">
        <pc:chgData name="Vinayak Sharma (Student)" userId="5017081d-1688-4eda-a2f9-bb27e4f819ba" providerId="ADAL" clId="{ACC21BB1-644A-4677-9BB1-9BA981B64D62}" dt="2025-10-07T07:12:50.120" v="4"/>
        <pc:sldMkLst>
          <pc:docMk/>
          <pc:sldMk cId="3437604312" sldId="319"/>
        </pc:sldMkLst>
      </pc:sldChg>
      <pc:sldChg chg="add ord">
        <pc:chgData name="Vinayak Sharma (Student)" userId="5017081d-1688-4eda-a2f9-bb27e4f819ba" providerId="ADAL" clId="{ACC21BB1-644A-4677-9BB1-9BA981B64D62}" dt="2025-10-07T07:12:50.120" v="4"/>
        <pc:sldMkLst>
          <pc:docMk/>
          <pc:sldMk cId="2908319569" sldId="320"/>
        </pc:sldMkLst>
      </pc:sldChg>
      <pc:sldChg chg="add ord">
        <pc:chgData name="Vinayak Sharma (Student)" userId="5017081d-1688-4eda-a2f9-bb27e4f819ba" providerId="ADAL" clId="{ACC21BB1-644A-4677-9BB1-9BA981B64D62}" dt="2025-10-07T07:12:50.120" v="4"/>
        <pc:sldMkLst>
          <pc:docMk/>
          <pc:sldMk cId="4128252821" sldId="321"/>
        </pc:sldMkLst>
      </pc:sldChg>
      <pc:sldChg chg="add ord">
        <pc:chgData name="Vinayak Sharma (Student)" userId="5017081d-1688-4eda-a2f9-bb27e4f819ba" providerId="ADAL" clId="{ACC21BB1-644A-4677-9BB1-9BA981B64D62}" dt="2025-10-07T07:12:50.120" v="4"/>
        <pc:sldMkLst>
          <pc:docMk/>
          <pc:sldMk cId="1531630931" sldId="322"/>
        </pc:sldMkLst>
      </pc:sldChg>
      <pc:sldChg chg="del">
        <pc:chgData name="Vinayak Sharma (Student)" userId="5017081d-1688-4eda-a2f9-bb27e4f819ba" providerId="ADAL" clId="{ACC21BB1-644A-4677-9BB1-9BA981B64D62}" dt="2025-10-07T07:16:23.611" v="28" actId="47"/>
        <pc:sldMkLst>
          <pc:docMk/>
          <pc:sldMk cId="459572848" sldId="324"/>
        </pc:sldMkLst>
      </pc:sldChg>
      <pc:sldChg chg="add ord">
        <pc:chgData name="Vinayak Sharma (Student)" userId="5017081d-1688-4eda-a2f9-bb27e4f819ba" providerId="ADAL" clId="{ACC21BB1-644A-4677-9BB1-9BA981B64D62}" dt="2025-10-07T08:12:44.621" v="1902"/>
        <pc:sldMkLst>
          <pc:docMk/>
          <pc:sldMk cId="637959387" sldId="325"/>
        </pc:sldMkLst>
      </pc:sldChg>
      <pc:sldChg chg="addSp delSp modSp del mod chgLayout">
        <pc:chgData name="Vinayak Sharma (Student)" userId="5017081d-1688-4eda-a2f9-bb27e4f819ba" providerId="ADAL" clId="{ACC21BB1-644A-4677-9BB1-9BA981B64D62}" dt="2025-10-07T07:39:55.001" v="128" actId="47"/>
        <pc:sldMkLst>
          <pc:docMk/>
          <pc:sldMk cId="2939763566" sldId="327"/>
        </pc:sldMkLst>
        <pc:spChg chg="add del mod ord">
          <ac:chgData name="Vinayak Sharma (Student)" userId="5017081d-1688-4eda-a2f9-bb27e4f819ba" providerId="ADAL" clId="{ACC21BB1-644A-4677-9BB1-9BA981B64D62}" dt="2025-10-07T07:37:53.722" v="65" actId="6264"/>
          <ac:spMkLst>
            <pc:docMk/>
            <pc:sldMk cId="2939763566" sldId="327"/>
            <ac:spMk id="4" creationId="{C83FABFD-C45B-F083-708E-CCBD86328C32}"/>
          </ac:spMkLst>
        </pc:spChg>
        <pc:spChg chg="mod">
          <ac:chgData name="Vinayak Sharma (Student)" userId="5017081d-1688-4eda-a2f9-bb27e4f819ba" providerId="ADAL" clId="{ACC21BB1-644A-4677-9BB1-9BA981B64D62}" dt="2025-10-07T07:37:55.904" v="69" actId="1076"/>
          <ac:spMkLst>
            <pc:docMk/>
            <pc:sldMk cId="2939763566" sldId="327"/>
            <ac:spMk id="5" creationId="{FF661179-8E20-F92A-45A1-A3B686992832}"/>
          </ac:spMkLst>
        </pc:spChg>
        <pc:spChg chg="add del mod ord">
          <ac:chgData name="Vinayak Sharma (Student)" userId="5017081d-1688-4eda-a2f9-bb27e4f819ba" providerId="ADAL" clId="{ACC21BB1-644A-4677-9BB1-9BA981B64D62}" dt="2025-10-07T07:37:53.722" v="65" actId="6264"/>
          <ac:spMkLst>
            <pc:docMk/>
            <pc:sldMk cId="2939763566" sldId="327"/>
            <ac:spMk id="9" creationId="{1639390F-53C1-8482-6109-38A14F939348}"/>
          </ac:spMkLst>
        </pc:spChg>
        <pc:spChg chg="add del mod ord">
          <ac:chgData name="Vinayak Sharma (Student)" userId="5017081d-1688-4eda-a2f9-bb27e4f819ba" providerId="ADAL" clId="{ACC21BB1-644A-4677-9BB1-9BA981B64D62}" dt="2025-10-07T07:37:53.722" v="65" actId="6264"/>
          <ac:spMkLst>
            <pc:docMk/>
            <pc:sldMk cId="2939763566" sldId="327"/>
            <ac:spMk id="10" creationId="{BE0B4039-F4BA-7753-2330-C891E36A455A}"/>
          </ac:spMkLst>
        </pc:spChg>
        <pc:cxnChg chg="mod">
          <ac:chgData name="Vinayak Sharma (Student)" userId="5017081d-1688-4eda-a2f9-bb27e4f819ba" providerId="ADAL" clId="{ACC21BB1-644A-4677-9BB1-9BA981B64D62}" dt="2025-10-07T07:37:54.675" v="67" actId="1076"/>
          <ac:cxnSpMkLst>
            <pc:docMk/>
            <pc:sldMk cId="2939763566" sldId="327"/>
            <ac:cxnSpMk id="6" creationId="{94FEAF85-603C-0F4C-18B9-1BC188DB19F9}"/>
          </ac:cxnSpMkLst>
        </pc:cxnChg>
      </pc:sldChg>
      <pc:sldChg chg="del ord">
        <pc:chgData name="Vinayak Sharma (Student)" userId="5017081d-1688-4eda-a2f9-bb27e4f819ba" providerId="ADAL" clId="{ACC21BB1-644A-4677-9BB1-9BA981B64D62}" dt="2025-10-07T08:12:46.722" v="1903" actId="47"/>
        <pc:sldMkLst>
          <pc:docMk/>
          <pc:sldMk cId="3483303759" sldId="328"/>
        </pc:sldMkLst>
      </pc:sldChg>
      <pc:sldChg chg="new del ord">
        <pc:chgData name="Vinayak Sharma (Student)" userId="5017081d-1688-4eda-a2f9-bb27e4f819ba" providerId="ADAL" clId="{ACC21BB1-644A-4677-9BB1-9BA981B64D62}" dt="2025-10-07T08:11:51.991" v="1887" actId="47"/>
        <pc:sldMkLst>
          <pc:docMk/>
          <pc:sldMk cId="3000382023" sldId="329"/>
        </pc:sldMkLst>
      </pc:sldChg>
      <pc:sldChg chg="add">
        <pc:chgData name="Vinayak Sharma (Student)" userId="5017081d-1688-4eda-a2f9-bb27e4f819ba" providerId="ADAL" clId="{ACC21BB1-644A-4677-9BB1-9BA981B64D62}" dt="2025-10-07T07:16:22.036" v="27"/>
        <pc:sldMkLst>
          <pc:docMk/>
          <pc:sldMk cId="944282674" sldId="330"/>
        </pc:sldMkLst>
      </pc:sldChg>
      <pc:sldChg chg="addSp delSp modSp new mod">
        <pc:chgData name="Vinayak Sharma (Student)" userId="5017081d-1688-4eda-a2f9-bb27e4f819ba" providerId="ADAL" clId="{ACC21BB1-644A-4677-9BB1-9BA981B64D62}" dt="2025-10-07T07:39:50.553" v="127" actId="1076"/>
        <pc:sldMkLst>
          <pc:docMk/>
          <pc:sldMk cId="4233423690" sldId="331"/>
        </pc:sldMkLst>
        <pc:spChg chg="del">
          <ac:chgData name="Vinayak Sharma (Student)" userId="5017081d-1688-4eda-a2f9-bb27e4f819ba" providerId="ADAL" clId="{ACC21BB1-644A-4677-9BB1-9BA981B64D62}" dt="2025-10-07T07:38:02.398" v="70" actId="478"/>
          <ac:spMkLst>
            <pc:docMk/>
            <pc:sldMk cId="4233423690" sldId="331"/>
            <ac:spMk id="2" creationId="{A7CE337A-4CBB-F216-EE16-D6EB6676BFF5}"/>
          </ac:spMkLst>
        </pc:spChg>
        <pc:spChg chg="del">
          <ac:chgData name="Vinayak Sharma (Student)" userId="5017081d-1688-4eda-a2f9-bb27e4f819ba" providerId="ADAL" clId="{ACC21BB1-644A-4677-9BB1-9BA981B64D62}" dt="2025-10-07T07:38:04.359" v="72" actId="478"/>
          <ac:spMkLst>
            <pc:docMk/>
            <pc:sldMk cId="4233423690" sldId="331"/>
            <ac:spMk id="3" creationId="{1EE0C779-F4CE-0801-1503-7200D40D4041}"/>
          </ac:spMkLst>
        </pc:spChg>
        <pc:spChg chg="del">
          <ac:chgData name="Vinayak Sharma (Student)" userId="5017081d-1688-4eda-a2f9-bb27e4f819ba" providerId="ADAL" clId="{ACC21BB1-644A-4677-9BB1-9BA981B64D62}" dt="2025-10-07T07:38:04.359" v="72" actId="478"/>
          <ac:spMkLst>
            <pc:docMk/>
            <pc:sldMk cId="4233423690" sldId="331"/>
            <ac:spMk id="4" creationId="{744DCB04-57CC-CF34-B89E-A6BBFD82EA84}"/>
          </ac:spMkLst>
        </pc:spChg>
        <pc:spChg chg="add mod">
          <ac:chgData name="Vinayak Sharma (Student)" userId="5017081d-1688-4eda-a2f9-bb27e4f819ba" providerId="ADAL" clId="{ACC21BB1-644A-4677-9BB1-9BA981B64D62}" dt="2025-10-07T07:38:22.842" v="111" actId="1076"/>
          <ac:spMkLst>
            <pc:docMk/>
            <pc:sldMk cId="4233423690" sldId="331"/>
            <ac:spMk id="6" creationId="{1DEDE3AD-ED51-B66C-329B-860A32FA8634}"/>
          </ac:spMkLst>
        </pc:spChg>
        <pc:spChg chg="add mod">
          <ac:chgData name="Vinayak Sharma (Student)" userId="5017081d-1688-4eda-a2f9-bb27e4f819ba" providerId="ADAL" clId="{ACC21BB1-644A-4677-9BB1-9BA981B64D62}" dt="2025-10-07T07:38:17.191" v="109" actId="20577"/>
          <ac:spMkLst>
            <pc:docMk/>
            <pc:sldMk cId="4233423690" sldId="331"/>
            <ac:spMk id="7" creationId="{18D0F52D-1892-D271-9117-21CA0315393F}"/>
          </ac:spMkLst>
        </pc:spChg>
        <pc:picChg chg="add mod">
          <ac:chgData name="Vinayak Sharma (Student)" userId="5017081d-1688-4eda-a2f9-bb27e4f819ba" providerId="ADAL" clId="{ACC21BB1-644A-4677-9BB1-9BA981B64D62}" dt="2025-10-07T07:39:25.352" v="123" actId="1582"/>
          <ac:picMkLst>
            <pc:docMk/>
            <pc:sldMk cId="4233423690" sldId="331"/>
            <ac:picMk id="10" creationId="{DA53D1E0-B9E8-41A2-2284-1D4926F5AA25}"/>
          </ac:picMkLst>
        </pc:picChg>
        <pc:picChg chg="add mod">
          <ac:chgData name="Vinayak Sharma (Student)" userId="5017081d-1688-4eda-a2f9-bb27e4f819ba" providerId="ADAL" clId="{ACC21BB1-644A-4677-9BB1-9BA981B64D62}" dt="2025-10-07T07:39:50.553" v="127" actId="1076"/>
          <ac:picMkLst>
            <pc:docMk/>
            <pc:sldMk cId="4233423690" sldId="331"/>
            <ac:picMk id="12" creationId="{CD77652A-BC5B-DFDA-8756-D2A49DF6F3D0}"/>
          </ac:picMkLst>
        </pc:picChg>
        <pc:cxnChg chg="add mod">
          <ac:chgData name="Vinayak Sharma (Student)" userId="5017081d-1688-4eda-a2f9-bb27e4f819ba" providerId="ADAL" clId="{ACC21BB1-644A-4677-9BB1-9BA981B64D62}" dt="2025-10-07T07:38:07.859" v="73"/>
          <ac:cxnSpMkLst>
            <pc:docMk/>
            <pc:sldMk cId="4233423690" sldId="331"/>
            <ac:cxnSpMk id="8" creationId="{5DF92C90-FFF4-FD6E-3ECC-E9E20376488A}"/>
          </ac:cxnSpMkLst>
        </pc:cxnChg>
      </pc:sldChg>
      <pc:sldChg chg="addSp delSp modSp new mod modClrScheme chgLayout">
        <pc:chgData name="Vinayak Sharma (Student)" userId="5017081d-1688-4eda-a2f9-bb27e4f819ba" providerId="ADAL" clId="{ACC21BB1-644A-4677-9BB1-9BA981B64D62}" dt="2025-10-07T07:53:07.844" v="1033" actId="1076"/>
        <pc:sldMkLst>
          <pc:docMk/>
          <pc:sldMk cId="894036737" sldId="332"/>
        </pc:sldMkLst>
        <pc:spChg chg="del mod ord">
          <ac:chgData name="Vinayak Sharma (Student)" userId="5017081d-1688-4eda-a2f9-bb27e4f819ba" providerId="ADAL" clId="{ACC21BB1-644A-4677-9BB1-9BA981B64D62}" dt="2025-10-07T07:40:07.826" v="131" actId="700"/>
          <ac:spMkLst>
            <pc:docMk/>
            <pc:sldMk cId="894036737" sldId="332"/>
            <ac:spMk id="2" creationId="{D4B18A1B-250E-A04A-1B35-D27AE2FB3086}"/>
          </ac:spMkLst>
        </pc:spChg>
        <pc:spChg chg="del mod ord">
          <ac:chgData name="Vinayak Sharma (Student)" userId="5017081d-1688-4eda-a2f9-bb27e4f819ba" providerId="ADAL" clId="{ACC21BB1-644A-4677-9BB1-9BA981B64D62}" dt="2025-10-07T07:40:07.826" v="131" actId="700"/>
          <ac:spMkLst>
            <pc:docMk/>
            <pc:sldMk cId="894036737" sldId="332"/>
            <ac:spMk id="3" creationId="{563EF590-FDBB-FB7A-7D75-5A89793A40EE}"/>
          </ac:spMkLst>
        </pc:spChg>
        <pc:spChg chg="del">
          <ac:chgData name="Vinayak Sharma (Student)" userId="5017081d-1688-4eda-a2f9-bb27e4f819ba" providerId="ADAL" clId="{ACC21BB1-644A-4677-9BB1-9BA981B64D62}" dt="2025-10-07T07:40:07.826" v="131" actId="700"/>
          <ac:spMkLst>
            <pc:docMk/>
            <pc:sldMk cId="894036737" sldId="332"/>
            <ac:spMk id="4" creationId="{C62B75E9-B6FE-6369-B209-9309B2D517E6}"/>
          </ac:spMkLst>
        </pc:spChg>
        <pc:spChg chg="add del mod ord">
          <ac:chgData name="Vinayak Sharma (Student)" userId="5017081d-1688-4eda-a2f9-bb27e4f819ba" providerId="ADAL" clId="{ACC21BB1-644A-4677-9BB1-9BA981B64D62}" dt="2025-10-07T07:40:10.077" v="133" actId="478"/>
          <ac:spMkLst>
            <pc:docMk/>
            <pc:sldMk cId="894036737" sldId="332"/>
            <ac:spMk id="5" creationId="{D4765677-0BF0-D50F-BB0D-8A33D42BE98A}"/>
          </ac:spMkLst>
        </pc:spChg>
        <pc:spChg chg="add del mod ord">
          <ac:chgData name="Vinayak Sharma (Student)" userId="5017081d-1688-4eda-a2f9-bb27e4f819ba" providerId="ADAL" clId="{ACC21BB1-644A-4677-9BB1-9BA981B64D62}" dt="2025-10-07T07:40:10.077" v="133" actId="478"/>
          <ac:spMkLst>
            <pc:docMk/>
            <pc:sldMk cId="894036737" sldId="332"/>
            <ac:spMk id="6" creationId="{67AE3DFC-8AF4-B89A-3829-DB107C7ED350}"/>
          </ac:spMkLst>
        </pc:spChg>
        <pc:spChg chg="add mod">
          <ac:chgData name="Vinayak Sharma (Student)" userId="5017081d-1688-4eda-a2f9-bb27e4f819ba" providerId="ADAL" clId="{ACC21BB1-644A-4677-9BB1-9BA981B64D62}" dt="2025-10-07T07:41:38.891" v="179" actId="20577"/>
          <ac:spMkLst>
            <pc:docMk/>
            <pc:sldMk cId="894036737" sldId="332"/>
            <ac:spMk id="7" creationId="{4B8638B6-9E4C-9FBB-AC84-E4C4C78FC446}"/>
          </ac:spMkLst>
        </pc:spChg>
        <pc:spChg chg="add mod">
          <ac:chgData name="Vinayak Sharma (Student)" userId="5017081d-1688-4eda-a2f9-bb27e4f819ba" providerId="ADAL" clId="{ACC21BB1-644A-4677-9BB1-9BA981B64D62}" dt="2025-10-07T07:48:12.032" v="516" actId="20577"/>
          <ac:spMkLst>
            <pc:docMk/>
            <pc:sldMk cId="894036737" sldId="332"/>
            <ac:spMk id="12" creationId="{7091ACC5-A937-5B5D-548F-66A40F2D2128}"/>
          </ac:spMkLst>
        </pc:spChg>
        <pc:spChg chg="add mod">
          <ac:chgData name="Vinayak Sharma (Student)" userId="5017081d-1688-4eda-a2f9-bb27e4f819ba" providerId="ADAL" clId="{ACC21BB1-644A-4677-9BB1-9BA981B64D62}" dt="2025-10-07T07:48:12.032" v="516" actId="20577"/>
          <ac:spMkLst>
            <pc:docMk/>
            <pc:sldMk cId="894036737" sldId="332"/>
            <ac:spMk id="13" creationId="{B4B56040-DFFC-4B81-0B5B-B42074124A85}"/>
          </ac:spMkLst>
        </pc:spChg>
        <pc:spChg chg="add mod">
          <ac:chgData name="Vinayak Sharma (Student)" userId="5017081d-1688-4eda-a2f9-bb27e4f819ba" providerId="ADAL" clId="{ACC21BB1-644A-4677-9BB1-9BA981B64D62}" dt="2025-10-07T07:48:12.032" v="516" actId="20577"/>
          <ac:spMkLst>
            <pc:docMk/>
            <pc:sldMk cId="894036737" sldId="332"/>
            <ac:spMk id="14" creationId="{66C2E7BB-13E2-17A7-F7D0-0A04976AB4A8}"/>
          </ac:spMkLst>
        </pc:spChg>
        <pc:spChg chg="add del mod">
          <ac:chgData name="Vinayak Sharma (Student)" userId="5017081d-1688-4eda-a2f9-bb27e4f819ba" providerId="ADAL" clId="{ACC21BB1-644A-4677-9BB1-9BA981B64D62}" dt="2025-10-07T07:43:01.466" v="206" actId="478"/>
          <ac:spMkLst>
            <pc:docMk/>
            <pc:sldMk cId="894036737" sldId="332"/>
            <ac:spMk id="18" creationId="{3BB6D062-BD84-FF8A-A237-990F70494FC8}"/>
          </ac:spMkLst>
        </pc:spChg>
        <pc:spChg chg="add mod">
          <ac:chgData name="Vinayak Sharma (Student)" userId="5017081d-1688-4eda-a2f9-bb27e4f819ba" providerId="ADAL" clId="{ACC21BB1-644A-4677-9BB1-9BA981B64D62}" dt="2025-10-07T07:48:12.032" v="516" actId="20577"/>
          <ac:spMkLst>
            <pc:docMk/>
            <pc:sldMk cId="894036737" sldId="332"/>
            <ac:spMk id="19" creationId="{956D1643-5C70-A5B6-6694-62EE1D63F925}"/>
          </ac:spMkLst>
        </pc:spChg>
        <pc:spChg chg="add del mod">
          <ac:chgData name="Vinayak Sharma (Student)" userId="5017081d-1688-4eda-a2f9-bb27e4f819ba" providerId="ADAL" clId="{ACC21BB1-644A-4677-9BB1-9BA981B64D62}" dt="2025-10-07T07:43:18.498" v="210" actId="478"/>
          <ac:spMkLst>
            <pc:docMk/>
            <pc:sldMk cId="894036737" sldId="332"/>
            <ac:spMk id="28" creationId="{B87B64BD-A158-734E-B334-3C24539487F0}"/>
          </ac:spMkLst>
        </pc:spChg>
        <pc:spChg chg="add mod">
          <ac:chgData name="Vinayak Sharma (Student)" userId="5017081d-1688-4eda-a2f9-bb27e4f819ba" providerId="ADAL" clId="{ACC21BB1-644A-4677-9BB1-9BA981B64D62}" dt="2025-10-07T07:52:13.784" v="916" actId="14100"/>
          <ac:spMkLst>
            <pc:docMk/>
            <pc:sldMk cId="894036737" sldId="332"/>
            <ac:spMk id="48" creationId="{DEEFB3D7-F995-89E8-2985-CA225A7F822E}"/>
          </ac:spMkLst>
        </pc:spChg>
        <pc:spChg chg="add mod">
          <ac:chgData name="Vinayak Sharma (Student)" userId="5017081d-1688-4eda-a2f9-bb27e4f819ba" providerId="ADAL" clId="{ACC21BB1-644A-4677-9BB1-9BA981B64D62}" dt="2025-10-07T07:47:05.514" v="422" actId="1076"/>
          <ac:spMkLst>
            <pc:docMk/>
            <pc:sldMk cId="894036737" sldId="332"/>
            <ac:spMk id="49" creationId="{42E3A43F-4051-52F0-3360-AFD4BFC4CD74}"/>
          </ac:spMkLst>
        </pc:spChg>
        <pc:spChg chg="add mod">
          <ac:chgData name="Vinayak Sharma (Student)" userId="5017081d-1688-4eda-a2f9-bb27e4f819ba" providerId="ADAL" clId="{ACC21BB1-644A-4677-9BB1-9BA981B64D62}" dt="2025-10-07T07:48:20.242" v="524" actId="1076"/>
          <ac:spMkLst>
            <pc:docMk/>
            <pc:sldMk cId="894036737" sldId="332"/>
            <ac:spMk id="50" creationId="{719F8B06-5601-37AC-E30A-CC3AAF66CDAD}"/>
          </ac:spMkLst>
        </pc:spChg>
        <pc:spChg chg="add mod">
          <ac:chgData name="Vinayak Sharma (Student)" userId="5017081d-1688-4eda-a2f9-bb27e4f819ba" providerId="ADAL" clId="{ACC21BB1-644A-4677-9BB1-9BA981B64D62}" dt="2025-10-07T07:49:15.915" v="548" actId="571"/>
          <ac:spMkLst>
            <pc:docMk/>
            <pc:sldMk cId="894036737" sldId="332"/>
            <ac:spMk id="51" creationId="{7ED9311C-772E-3321-9446-8021876E0EF0}"/>
          </ac:spMkLst>
        </pc:spChg>
        <pc:spChg chg="add mod">
          <ac:chgData name="Vinayak Sharma (Student)" userId="5017081d-1688-4eda-a2f9-bb27e4f819ba" providerId="ADAL" clId="{ACC21BB1-644A-4677-9BB1-9BA981B64D62}" dt="2025-10-07T07:53:07.844" v="1033" actId="1076"/>
          <ac:spMkLst>
            <pc:docMk/>
            <pc:sldMk cId="894036737" sldId="332"/>
            <ac:spMk id="53" creationId="{1BB408DC-6488-7A97-481C-9039CF35E041}"/>
          </ac:spMkLst>
        </pc:spChg>
        <pc:grpChg chg="add mod">
          <ac:chgData name="Vinayak Sharma (Student)" userId="5017081d-1688-4eda-a2f9-bb27e4f819ba" providerId="ADAL" clId="{ACC21BB1-644A-4677-9BB1-9BA981B64D62}" dt="2025-10-07T07:53:06.879" v="1031" actId="1076"/>
          <ac:grpSpMkLst>
            <pc:docMk/>
            <pc:sldMk cId="894036737" sldId="332"/>
            <ac:grpSpMk id="47" creationId="{8DE2E1EA-C38B-A423-E3F4-5BC85CCBEE25}"/>
          </ac:grpSpMkLst>
        </pc:grpChg>
        <pc:cxnChg chg="add mod">
          <ac:chgData name="Vinayak Sharma (Student)" userId="5017081d-1688-4eda-a2f9-bb27e4f819ba" providerId="ADAL" clId="{ACC21BB1-644A-4677-9BB1-9BA981B64D62}" dt="2025-10-07T07:41:16.452" v="134"/>
          <ac:cxnSpMkLst>
            <pc:docMk/>
            <pc:sldMk cId="894036737" sldId="332"/>
            <ac:cxnSpMk id="8" creationId="{50E60A8E-EA58-7E44-0D7A-49128387BD24}"/>
          </ac:cxnSpMkLst>
        </pc:cxnChg>
        <pc:cxnChg chg="add del mod">
          <ac:chgData name="Vinayak Sharma (Student)" userId="5017081d-1688-4eda-a2f9-bb27e4f819ba" providerId="ADAL" clId="{ACC21BB1-644A-4677-9BB1-9BA981B64D62}" dt="2025-10-07T07:41:54.595" v="185" actId="478"/>
          <ac:cxnSpMkLst>
            <pc:docMk/>
            <pc:sldMk cId="894036737" sldId="332"/>
            <ac:cxnSpMk id="9" creationId="{D515D435-3C10-629B-F62C-AA5A355DB470}"/>
          </ac:cxnSpMkLst>
        </pc:cxnChg>
        <pc:cxnChg chg="add del mod">
          <ac:chgData name="Vinayak Sharma (Student)" userId="5017081d-1688-4eda-a2f9-bb27e4f819ba" providerId="ADAL" clId="{ACC21BB1-644A-4677-9BB1-9BA981B64D62}" dt="2025-10-07T07:41:52.945" v="184" actId="478"/>
          <ac:cxnSpMkLst>
            <pc:docMk/>
            <pc:sldMk cId="894036737" sldId="332"/>
            <ac:cxnSpMk id="10" creationId="{76EDEC1D-8FF2-2F65-A834-6D9C143A07E9}"/>
          </ac:cxnSpMkLst>
        </pc:cxnChg>
        <pc:cxnChg chg="add mod">
          <ac:chgData name="Vinayak Sharma (Student)" userId="5017081d-1688-4eda-a2f9-bb27e4f819ba" providerId="ADAL" clId="{ACC21BB1-644A-4677-9BB1-9BA981B64D62}" dt="2025-10-07T07:48:12.032" v="516" actId="20577"/>
          <ac:cxnSpMkLst>
            <pc:docMk/>
            <pc:sldMk cId="894036737" sldId="332"/>
            <ac:cxnSpMk id="11" creationId="{E5F26A55-7062-BF7F-E04D-C0F383A3BAA4}"/>
          </ac:cxnSpMkLst>
        </pc:cxnChg>
        <pc:cxnChg chg="mod">
          <ac:chgData name="Vinayak Sharma (Student)" userId="5017081d-1688-4eda-a2f9-bb27e4f819ba" providerId="ADAL" clId="{ACC21BB1-644A-4677-9BB1-9BA981B64D62}" dt="2025-10-07T07:48:12.032" v="516" actId="20577"/>
          <ac:cxnSpMkLst>
            <pc:docMk/>
            <pc:sldMk cId="894036737" sldId="332"/>
            <ac:cxnSpMk id="15" creationId="{1BF3E373-BF76-AEF3-DD79-BEAC05E72322}"/>
          </ac:cxnSpMkLst>
        </pc:cxnChg>
        <pc:cxnChg chg="add del mod">
          <ac:chgData name="Vinayak Sharma (Student)" userId="5017081d-1688-4eda-a2f9-bb27e4f819ba" providerId="ADAL" clId="{ACC21BB1-644A-4677-9BB1-9BA981B64D62}" dt="2025-10-07T07:42:06.891" v="188" actId="478"/>
          <ac:cxnSpMkLst>
            <pc:docMk/>
            <pc:sldMk cId="894036737" sldId="332"/>
            <ac:cxnSpMk id="16" creationId="{5DBF9FAF-B566-6964-1A8A-D9974C56C37A}"/>
          </ac:cxnSpMkLst>
        </pc:cxnChg>
        <pc:cxnChg chg="add mod ord">
          <ac:chgData name="Vinayak Sharma (Student)" userId="5017081d-1688-4eda-a2f9-bb27e4f819ba" providerId="ADAL" clId="{ACC21BB1-644A-4677-9BB1-9BA981B64D62}" dt="2025-10-07T07:48:12.032" v="516" actId="20577"/>
          <ac:cxnSpMkLst>
            <pc:docMk/>
            <pc:sldMk cId="894036737" sldId="332"/>
            <ac:cxnSpMk id="17" creationId="{6DA0FFC9-3525-55B2-7005-547954270A9F}"/>
          </ac:cxnSpMkLst>
        </pc:cxnChg>
        <pc:cxnChg chg="add del mod ord">
          <ac:chgData name="Vinayak Sharma (Student)" userId="5017081d-1688-4eda-a2f9-bb27e4f819ba" providerId="ADAL" clId="{ACC21BB1-644A-4677-9BB1-9BA981B64D62}" dt="2025-10-07T07:43:19.709" v="211" actId="478"/>
          <ac:cxnSpMkLst>
            <pc:docMk/>
            <pc:sldMk cId="894036737" sldId="332"/>
            <ac:cxnSpMk id="24" creationId="{73B0818F-C839-1692-3297-A9E74213160C}"/>
          </ac:cxnSpMkLst>
        </pc:cxnChg>
        <pc:cxnChg chg="add mod">
          <ac:chgData name="Vinayak Sharma (Student)" userId="5017081d-1688-4eda-a2f9-bb27e4f819ba" providerId="ADAL" clId="{ACC21BB1-644A-4677-9BB1-9BA981B64D62}" dt="2025-10-07T07:48:29.998" v="526" actId="1582"/>
          <ac:cxnSpMkLst>
            <pc:docMk/>
            <pc:sldMk cId="894036737" sldId="332"/>
            <ac:cxnSpMk id="30" creationId="{B828BCE9-0250-8C0F-177F-33E8EFE6C9BA}"/>
          </ac:cxnSpMkLst>
        </pc:cxnChg>
      </pc:sldChg>
      <pc:sldChg chg="new del">
        <pc:chgData name="Vinayak Sharma (Student)" userId="5017081d-1688-4eda-a2f9-bb27e4f819ba" providerId="ADAL" clId="{ACC21BB1-644A-4677-9BB1-9BA981B64D62}" dt="2025-10-07T07:53:26.033" v="1036" actId="47"/>
        <pc:sldMkLst>
          <pc:docMk/>
          <pc:sldMk cId="286759656" sldId="333"/>
        </pc:sldMkLst>
      </pc:sldChg>
      <pc:sldChg chg="new del">
        <pc:chgData name="Vinayak Sharma (Student)" userId="5017081d-1688-4eda-a2f9-bb27e4f819ba" providerId="ADAL" clId="{ACC21BB1-644A-4677-9BB1-9BA981B64D62}" dt="2025-10-07T07:53:56.500" v="1103" actId="47"/>
        <pc:sldMkLst>
          <pc:docMk/>
          <pc:sldMk cId="546911009" sldId="333"/>
        </pc:sldMkLst>
      </pc:sldChg>
      <pc:sldChg chg="addSp delSp modSp add mod ord">
        <pc:chgData name="Vinayak Sharma (Student)" userId="5017081d-1688-4eda-a2f9-bb27e4f819ba" providerId="ADAL" clId="{ACC21BB1-644A-4677-9BB1-9BA981B64D62}" dt="2025-10-07T08:34:19.832" v="2810" actId="14100"/>
        <pc:sldMkLst>
          <pc:docMk/>
          <pc:sldMk cId="2329863708" sldId="334"/>
        </pc:sldMkLst>
        <pc:spChg chg="mod">
          <ac:chgData name="Vinayak Sharma (Student)" userId="5017081d-1688-4eda-a2f9-bb27e4f819ba" providerId="ADAL" clId="{ACC21BB1-644A-4677-9BB1-9BA981B64D62}" dt="2025-10-07T07:54:22.766" v="1170" actId="20577"/>
          <ac:spMkLst>
            <pc:docMk/>
            <pc:sldMk cId="2329863708" sldId="334"/>
            <ac:spMk id="2" creationId="{5CE60479-B837-FFFD-595B-1C294C265BF2}"/>
          </ac:spMkLst>
        </pc:spChg>
        <pc:spChg chg="del">
          <ac:chgData name="Vinayak Sharma (Student)" userId="5017081d-1688-4eda-a2f9-bb27e4f819ba" providerId="ADAL" clId="{ACC21BB1-644A-4677-9BB1-9BA981B64D62}" dt="2025-10-07T07:54:01.676" v="1104" actId="478"/>
          <ac:spMkLst>
            <pc:docMk/>
            <pc:sldMk cId="2329863708" sldId="334"/>
            <ac:spMk id="5" creationId="{42667C56-593A-1C8A-EFF0-7506EA28460F}"/>
          </ac:spMkLst>
        </pc:spChg>
        <pc:spChg chg="mod">
          <ac:chgData name="Vinayak Sharma (Student)" userId="5017081d-1688-4eda-a2f9-bb27e4f819ba" providerId="ADAL" clId="{ACC21BB1-644A-4677-9BB1-9BA981B64D62}" dt="2025-10-07T07:57:32.310" v="1369"/>
          <ac:spMkLst>
            <pc:docMk/>
            <pc:sldMk cId="2329863708" sldId="334"/>
            <ac:spMk id="9" creationId="{E5EC64D6-F69A-51A5-0376-6A5225C4692A}"/>
          </ac:spMkLst>
        </pc:spChg>
        <pc:spChg chg="mod">
          <ac:chgData name="Vinayak Sharma (Student)" userId="5017081d-1688-4eda-a2f9-bb27e4f819ba" providerId="ADAL" clId="{ACC21BB1-644A-4677-9BB1-9BA981B64D62}" dt="2025-10-07T07:57:32.310" v="1369"/>
          <ac:spMkLst>
            <pc:docMk/>
            <pc:sldMk cId="2329863708" sldId="334"/>
            <ac:spMk id="10" creationId="{D51D0CB3-90EB-DC0A-4E6E-E2EDCA936FFD}"/>
          </ac:spMkLst>
        </pc:spChg>
        <pc:spChg chg="mod">
          <ac:chgData name="Vinayak Sharma (Student)" userId="5017081d-1688-4eda-a2f9-bb27e4f819ba" providerId="ADAL" clId="{ACC21BB1-644A-4677-9BB1-9BA981B64D62}" dt="2025-10-07T07:57:32.310" v="1369"/>
          <ac:spMkLst>
            <pc:docMk/>
            <pc:sldMk cId="2329863708" sldId="334"/>
            <ac:spMk id="12" creationId="{8372B0DA-FC90-8A71-7B79-8A0464486852}"/>
          </ac:spMkLst>
        </pc:spChg>
        <pc:spChg chg="del">
          <ac:chgData name="Vinayak Sharma (Student)" userId="5017081d-1688-4eda-a2f9-bb27e4f819ba" providerId="ADAL" clId="{ACC21BB1-644A-4677-9BB1-9BA981B64D62}" dt="2025-10-07T07:54:01.676" v="1104" actId="478"/>
          <ac:spMkLst>
            <pc:docMk/>
            <pc:sldMk cId="2329863708" sldId="334"/>
            <ac:spMk id="13" creationId="{4BD43B54-B00E-72A3-5DAC-5EF8D50C2C9D}"/>
          </ac:spMkLst>
        </pc:spChg>
        <pc:spChg chg="mod">
          <ac:chgData name="Vinayak Sharma (Student)" userId="5017081d-1688-4eda-a2f9-bb27e4f819ba" providerId="ADAL" clId="{ACC21BB1-644A-4677-9BB1-9BA981B64D62}" dt="2025-10-07T07:57:32.310" v="1369"/>
          <ac:spMkLst>
            <pc:docMk/>
            <pc:sldMk cId="2329863708" sldId="334"/>
            <ac:spMk id="15" creationId="{DCC3AF2F-EB10-B775-CB0D-D70A3D008B4A}"/>
          </ac:spMkLst>
        </pc:spChg>
        <pc:spChg chg="mod">
          <ac:chgData name="Vinayak Sharma (Student)" userId="5017081d-1688-4eda-a2f9-bb27e4f819ba" providerId="ADAL" clId="{ACC21BB1-644A-4677-9BB1-9BA981B64D62}" dt="2025-10-07T07:57:32.310" v="1369"/>
          <ac:spMkLst>
            <pc:docMk/>
            <pc:sldMk cId="2329863708" sldId="334"/>
            <ac:spMk id="17" creationId="{E5581647-263E-5CE0-1415-522AD5DFC1A5}"/>
          </ac:spMkLst>
        </pc:spChg>
        <pc:spChg chg="del">
          <ac:chgData name="Vinayak Sharma (Student)" userId="5017081d-1688-4eda-a2f9-bb27e4f819ba" providerId="ADAL" clId="{ACC21BB1-644A-4677-9BB1-9BA981B64D62}" dt="2025-10-07T07:54:01.676" v="1104" actId="478"/>
          <ac:spMkLst>
            <pc:docMk/>
            <pc:sldMk cId="2329863708" sldId="334"/>
            <ac:spMk id="18" creationId="{DFD14028-7A2F-20DB-E531-14DBE41569C7}"/>
          </ac:spMkLst>
        </pc:spChg>
        <pc:spChg chg="add mod">
          <ac:chgData name="Vinayak Sharma (Student)" userId="5017081d-1688-4eda-a2f9-bb27e4f819ba" providerId="ADAL" clId="{ACC21BB1-644A-4677-9BB1-9BA981B64D62}" dt="2025-10-07T08:31:16.391" v="2689" actId="20577"/>
          <ac:spMkLst>
            <pc:docMk/>
            <pc:sldMk cId="2329863708" sldId="334"/>
            <ac:spMk id="20" creationId="{17847FC6-6EC9-A831-EB4A-74F26A5864ED}"/>
          </ac:spMkLst>
        </pc:spChg>
        <pc:spChg chg="add mod">
          <ac:chgData name="Vinayak Sharma (Student)" userId="5017081d-1688-4eda-a2f9-bb27e4f819ba" providerId="ADAL" clId="{ACC21BB1-644A-4677-9BB1-9BA981B64D62}" dt="2025-10-07T08:22:54.098" v="2212" actId="20577"/>
          <ac:spMkLst>
            <pc:docMk/>
            <pc:sldMk cId="2329863708" sldId="334"/>
            <ac:spMk id="21" creationId="{8A564B8D-0638-7730-3340-C42B7FD91420}"/>
          </ac:spMkLst>
        </pc:spChg>
        <pc:spChg chg="add mod">
          <ac:chgData name="Vinayak Sharma (Student)" userId="5017081d-1688-4eda-a2f9-bb27e4f819ba" providerId="ADAL" clId="{ACC21BB1-644A-4677-9BB1-9BA981B64D62}" dt="2025-10-07T08:33:33.241" v="2789" actId="1076"/>
          <ac:spMkLst>
            <pc:docMk/>
            <pc:sldMk cId="2329863708" sldId="334"/>
            <ac:spMk id="25" creationId="{B86CB0DB-6017-F684-D38E-E332CE49ACA8}"/>
          </ac:spMkLst>
        </pc:spChg>
        <pc:spChg chg="del">
          <ac:chgData name="Vinayak Sharma (Student)" userId="5017081d-1688-4eda-a2f9-bb27e4f819ba" providerId="ADAL" clId="{ACC21BB1-644A-4677-9BB1-9BA981B64D62}" dt="2025-10-07T07:54:01.676" v="1104" actId="478"/>
          <ac:spMkLst>
            <pc:docMk/>
            <pc:sldMk cId="2329863708" sldId="334"/>
            <ac:spMk id="26" creationId="{176C17A0-006B-1E1B-1340-137763C0F5BB}"/>
          </ac:spMkLst>
        </pc:spChg>
        <pc:spChg chg="add mod">
          <ac:chgData name="Vinayak Sharma (Student)" userId="5017081d-1688-4eda-a2f9-bb27e4f819ba" providerId="ADAL" clId="{ACC21BB1-644A-4677-9BB1-9BA981B64D62}" dt="2025-10-07T08:34:19.832" v="2810" actId="14100"/>
          <ac:spMkLst>
            <pc:docMk/>
            <pc:sldMk cId="2329863708" sldId="334"/>
            <ac:spMk id="27" creationId="{083FE3F8-0FE1-4401-003B-DECF520B7F01}"/>
          </ac:spMkLst>
        </pc:spChg>
        <pc:spChg chg="del">
          <ac:chgData name="Vinayak Sharma (Student)" userId="5017081d-1688-4eda-a2f9-bb27e4f819ba" providerId="ADAL" clId="{ACC21BB1-644A-4677-9BB1-9BA981B64D62}" dt="2025-10-07T07:54:01.676" v="1104" actId="478"/>
          <ac:spMkLst>
            <pc:docMk/>
            <pc:sldMk cId="2329863708" sldId="334"/>
            <ac:spMk id="28" creationId="{76C202B0-DCFD-289F-41CE-EC4EE72061BB}"/>
          </ac:spMkLst>
        </pc:spChg>
        <pc:spChg chg="del">
          <ac:chgData name="Vinayak Sharma (Student)" userId="5017081d-1688-4eda-a2f9-bb27e4f819ba" providerId="ADAL" clId="{ACC21BB1-644A-4677-9BB1-9BA981B64D62}" dt="2025-10-07T07:54:01.676" v="1104" actId="478"/>
          <ac:spMkLst>
            <pc:docMk/>
            <pc:sldMk cId="2329863708" sldId="334"/>
            <ac:spMk id="30" creationId="{972928D1-13D9-F8FF-3400-6F16FE85C66A}"/>
          </ac:spMkLst>
        </pc:spChg>
        <pc:spChg chg="del">
          <ac:chgData name="Vinayak Sharma (Student)" userId="5017081d-1688-4eda-a2f9-bb27e4f819ba" providerId="ADAL" clId="{ACC21BB1-644A-4677-9BB1-9BA981B64D62}" dt="2025-10-07T07:54:01.676" v="1104" actId="478"/>
          <ac:spMkLst>
            <pc:docMk/>
            <pc:sldMk cId="2329863708" sldId="334"/>
            <ac:spMk id="32" creationId="{6E567E75-D991-35F5-C9FD-19E39D3D69DF}"/>
          </ac:spMkLst>
        </pc:spChg>
        <pc:spChg chg="del">
          <ac:chgData name="Vinayak Sharma (Student)" userId="5017081d-1688-4eda-a2f9-bb27e4f819ba" providerId="ADAL" clId="{ACC21BB1-644A-4677-9BB1-9BA981B64D62}" dt="2025-10-07T07:54:01.676" v="1104" actId="478"/>
          <ac:spMkLst>
            <pc:docMk/>
            <pc:sldMk cId="2329863708" sldId="334"/>
            <ac:spMk id="34" creationId="{EF27FDC5-3EF2-6BF8-B60D-3D785575D274}"/>
          </ac:spMkLst>
        </pc:spChg>
        <pc:spChg chg="del">
          <ac:chgData name="Vinayak Sharma (Student)" userId="5017081d-1688-4eda-a2f9-bb27e4f819ba" providerId="ADAL" clId="{ACC21BB1-644A-4677-9BB1-9BA981B64D62}" dt="2025-10-07T07:54:01.676" v="1104" actId="478"/>
          <ac:spMkLst>
            <pc:docMk/>
            <pc:sldMk cId="2329863708" sldId="334"/>
            <ac:spMk id="35" creationId="{226A5CC1-374B-B587-533D-B9CAABC70DD4}"/>
          </ac:spMkLst>
        </pc:spChg>
        <pc:spChg chg="del">
          <ac:chgData name="Vinayak Sharma (Student)" userId="5017081d-1688-4eda-a2f9-bb27e4f819ba" providerId="ADAL" clId="{ACC21BB1-644A-4677-9BB1-9BA981B64D62}" dt="2025-10-07T07:54:01.676" v="1104" actId="478"/>
          <ac:spMkLst>
            <pc:docMk/>
            <pc:sldMk cId="2329863708" sldId="334"/>
            <ac:spMk id="38" creationId="{1C7D89BF-C693-7545-ABE5-4B592876F69D}"/>
          </ac:spMkLst>
        </pc:spChg>
        <pc:grpChg chg="add mod">
          <ac:chgData name="Vinayak Sharma (Student)" userId="5017081d-1688-4eda-a2f9-bb27e4f819ba" providerId="ADAL" clId="{ACC21BB1-644A-4677-9BB1-9BA981B64D62}" dt="2025-10-07T07:57:32.310" v="1369"/>
          <ac:grpSpMkLst>
            <pc:docMk/>
            <pc:sldMk cId="2329863708" sldId="334"/>
            <ac:grpSpMk id="6" creationId="{8AB07431-6BD0-1339-A21D-86E8D6CBEBB2}"/>
          </ac:grpSpMkLst>
        </pc:grpChg>
        <pc:cxnChg chg="mod">
          <ac:chgData name="Vinayak Sharma (Student)" userId="5017081d-1688-4eda-a2f9-bb27e4f819ba" providerId="ADAL" clId="{ACC21BB1-644A-4677-9BB1-9BA981B64D62}" dt="2025-10-07T07:57:32.310" v="1369"/>
          <ac:cxnSpMkLst>
            <pc:docMk/>
            <pc:sldMk cId="2329863708" sldId="334"/>
            <ac:cxnSpMk id="7" creationId="{53BF926A-7AF1-D12E-3C2D-308E715E8C57}"/>
          </ac:cxnSpMkLst>
        </pc:cxnChg>
        <pc:cxnChg chg="mod">
          <ac:chgData name="Vinayak Sharma (Student)" userId="5017081d-1688-4eda-a2f9-bb27e4f819ba" providerId="ADAL" clId="{ACC21BB1-644A-4677-9BB1-9BA981B64D62}" dt="2025-10-07T07:57:32.310" v="1369"/>
          <ac:cxnSpMkLst>
            <pc:docMk/>
            <pc:sldMk cId="2329863708" sldId="334"/>
            <ac:cxnSpMk id="8" creationId="{21B82845-BA5C-A615-049E-A524F7B3B955}"/>
          </ac:cxnSpMkLst>
        </pc:cxnChg>
        <pc:cxnChg chg="mod">
          <ac:chgData name="Vinayak Sharma (Student)" userId="5017081d-1688-4eda-a2f9-bb27e4f819ba" providerId="ADAL" clId="{ACC21BB1-644A-4677-9BB1-9BA981B64D62}" dt="2025-10-07T07:57:32.310" v="1369"/>
          <ac:cxnSpMkLst>
            <pc:docMk/>
            <pc:sldMk cId="2329863708" sldId="334"/>
            <ac:cxnSpMk id="14" creationId="{8F84F1FE-4159-3B25-B2CB-71EC1AD1DBD4}"/>
          </ac:cxnSpMkLst>
        </pc:cxnChg>
        <pc:cxnChg chg="mod">
          <ac:chgData name="Vinayak Sharma (Student)" userId="5017081d-1688-4eda-a2f9-bb27e4f819ba" providerId="ADAL" clId="{ACC21BB1-644A-4677-9BB1-9BA981B64D62}" dt="2025-10-07T07:57:32.310" v="1369"/>
          <ac:cxnSpMkLst>
            <pc:docMk/>
            <pc:sldMk cId="2329863708" sldId="334"/>
            <ac:cxnSpMk id="16" creationId="{1668EC56-C1C7-9174-087C-ABF791182478}"/>
          </ac:cxnSpMkLst>
        </pc:cxnChg>
      </pc:sldChg>
      <pc:sldChg chg="addSp modSp add mod ord">
        <pc:chgData name="Vinayak Sharma (Student)" userId="5017081d-1688-4eda-a2f9-bb27e4f819ba" providerId="ADAL" clId="{ACC21BB1-644A-4677-9BB1-9BA981B64D62}" dt="2025-10-07T08:04:41.897" v="1705"/>
        <pc:sldMkLst>
          <pc:docMk/>
          <pc:sldMk cId="1131260159" sldId="335"/>
        </pc:sldMkLst>
        <pc:spChg chg="mod">
          <ac:chgData name="Vinayak Sharma (Student)" userId="5017081d-1688-4eda-a2f9-bb27e4f819ba" providerId="ADAL" clId="{ACC21BB1-644A-4677-9BB1-9BA981B64D62}" dt="2025-10-07T07:55:00.220" v="1205" actId="20577"/>
          <ac:spMkLst>
            <pc:docMk/>
            <pc:sldMk cId="1131260159" sldId="335"/>
            <ac:spMk id="2" creationId="{AD52980B-6FD2-8BE8-D504-086275029622}"/>
          </ac:spMkLst>
        </pc:spChg>
        <pc:spChg chg="add mod">
          <ac:chgData name="Vinayak Sharma (Student)" userId="5017081d-1688-4eda-a2f9-bb27e4f819ba" providerId="ADAL" clId="{ACC21BB1-644A-4677-9BB1-9BA981B64D62}" dt="2025-10-07T07:56:53.803" v="1361" actId="14100"/>
          <ac:spMkLst>
            <pc:docMk/>
            <pc:sldMk cId="1131260159" sldId="335"/>
            <ac:spMk id="3" creationId="{34706629-B6AC-5271-D22E-F0DFB2EC772C}"/>
          </ac:spMkLst>
        </pc:spChg>
        <pc:spChg chg="add mod">
          <ac:chgData name="Vinayak Sharma (Student)" userId="5017081d-1688-4eda-a2f9-bb27e4f819ba" providerId="ADAL" clId="{ACC21BB1-644A-4677-9BB1-9BA981B64D62}" dt="2025-10-07T07:55:45.045" v="1337" actId="20577"/>
          <ac:spMkLst>
            <pc:docMk/>
            <pc:sldMk cId="1131260159" sldId="335"/>
            <ac:spMk id="5" creationId="{D28207F6-91AE-F132-0493-7799AC930C4B}"/>
          </ac:spMkLst>
        </pc:spChg>
        <pc:spChg chg="add mod">
          <ac:chgData name="Vinayak Sharma (Student)" userId="5017081d-1688-4eda-a2f9-bb27e4f819ba" providerId="ADAL" clId="{ACC21BB1-644A-4677-9BB1-9BA981B64D62}" dt="2025-10-07T07:56:48.453" v="1359" actId="1076"/>
          <ac:spMkLst>
            <pc:docMk/>
            <pc:sldMk cId="1131260159" sldId="335"/>
            <ac:spMk id="6" creationId="{85A29B91-CAA9-539B-076A-EB12CC52A847}"/>
          </ac:spMkLst>
        </pc:spChg>
        <pc:spChg chg="add mod">
          <ac:chgData name="Vinayak Sharma (Student)" userId="5017081d-1688-4eda-a2f9-bb27e4f819ba" providerId="ADAL" clId="{ACC21BB1-644A-4677-9BB1-9BA981B64D62}" dt="2025-10-07T07:57:18.563" v="1368" actId="12"/>
          <ac:spMkLst>
            <pc:docMk/>
            <pc:sldMk cId="1131260159" sldId="335"/>
            <ac:spMk id="7" creationId="{3961FEA0-D4E1-7002-CB6E-85B2CFD5CD75}"/>
          </ac:spMkLst>
        </pc:spChg>
        <pc:spChg chg="mod">
          <ac:chgData name="Vinayak Sharma (Student)" userId="5017081d-1688-4eda-a2f9-bb27e4f819ba" providerId="ADAL" clId="{ACC21BB1-644A-4677-9BB1-9BA981B64D62}" dt="2025-10-07T08:00:01.494" v="1482" actId="20577"/>
          <ac:spMkLst>
            <pc:docMk/>
            <pc:sldMk cId="1131260159" sldId="335"/>
            <ac:spMk id="11" creationId="{EC7DEAC2-F91A-EB00-1C53-D8E536263247}"/>
          </ac:spMkLst>
        </pc:spChg>
        <pc:spChg chg="mod">
          <ac:chgData name="Vinayak Sharma (Student)" userId="5017081d-1688-4eda-a2f9-bb27e4f819ba" providerId="ADAL" clId="{ACC21BB1-644A-4677-9BB1-9BA981B64D62}" dt="2025-10-07T08:00:28.956" v="1483" actId="1076"/>
          <ac:spMkLst>
            <pc:docMk/>
            <pc:sldMk cId="1131260159" sldId="335"/>
            <ac:spMk id="12" creationId="{30460558-C409-F233-BFE4-88C994850313}"/>
          </ac:spMkLst>
        </pc:spChg>
        <pc:spChg chg="mod">
          <ac:chgData name="Vinayak Sharma (Student)" userId="5017081d-1688-4eda-a2f9-bb27e4f819ba" providerId="ADAL" clId="{ACC21BB1-644A-4677-9BB1-9BA981B64D62}" dt="2025-10-07T08:00:01.494" v="1482" actId="20577"/>
          <ac:spMkLst>
            <pc:docMk/>
            <pc:sldMk cId="1131260159" sldId="335"/>
            <ac:spMk id="13" creationId="{D33EFBDF-E274-F215-5C9B-1969394DD119}"/>
          </ac:spMkLst>
        </pc:spChg>
        <pc:spChg chg="mod">
          <ac:chgData name="Vinayak Sharma (Student)" userId="5017081d-1688-4eda-a2f9-bb27e4f819ba" providerId="ADAL" clId="{ACC21BB1-644A-4677-9BB1-9BA981B64D62}" dt="2025-10-07T08:00:01.494" v="1482" actId="20577"/>
          <ac:spMkLst>
            <pc:docMk/>
            <pc:sldMk cId="1131260159" sldId="335"/>
            <ac:spMk id="15" creationId="{8C377908-09C5-6539-AD27-4FE1628D1B93}"/>
          </ac:spMkLst>
        </pc:spChg>
        <pc:spChg chg="mod">
          <ac:chgData name="Vinayak Sharma (Student)" userId="5017081d-1688-4eda-a2f9-bb27e4f819ba" providerId="ADAL" clId="{ACC21BB1-644A-4677-9BB1-9BA981B64D62}" dt="2025-10-07T08:00:01.494" v="1482" actId="20577"/>
          <ac:spMkLst>
            <pc:docMk/>
            <pc:sldMk cId="1131260159" sldId="335"/>
            <ac:spMk id="17" creationId="{1F844BA1-AC59-6373-A80B-4DCFE6EC1920}"/>
          </ac:spMkLst>
        </pc:spChg>
        <pc:spChg chg="add mod">
          <ac:chgData name="Vinayak Sharma (Student)" userId="5017081d-1688-4eda-a2f9-bb27e4f819ba" providerId="ADAL" clId="{ACC21BB1-644A-4677-9BB1-9BA981B64D62}" dt="2025-10-07T08:03:05.498" v="1682" actId="1076"/>
          <ac:spMkLst>
            <pc:docMk/>
            <pc:sldMk cId="1131260159" sldId="335"/>
            <ac:spMk id="22" creationId="{E0A50A83-3B32-F0BD-57C7-76F6E7695C72}"/>
          </ac:spMkLst>
        </pc:spChg>
        <pc:grpChg chg="add mod">
          <ac:chgData name="Vinayak Sharma (Student)" userId="5017081d-1688-4eda-a2f9-bb27e4f819ba" providerId="ADAL" clId="{ACC21BB1-644A-4677-9BB1-9BA981B64D62}" dt="2025-10-07T08:03:12.257" v="1683" actId="1076"/>
          <ac:grpSpMkLst>
            <pc:docMk/>
            <pc:sldMk cId="1131260159" sldId="335"/>
            <ac:grpSpMk id="8" creationId="{49BCF951-286B-9E32-449D-88CD8114222A}"/>
          </ac:grpSpMkLst>
        </pc:grpChg>
        <pc:cxnChg chg="mod">
          <ac:chgData name="Vinayak Sharma (Student)" userId="5017081d-1688-4eda-a2f9-bb27e4f819ba" providerId="ADAL" clId="{ACC21BB1-644A-4677-9BB1-9BA981B64D62}" dt="2025-10-07T08:00:01.494" v="1482" actId="20577"/>
          <ac:cxnSpMkLst>
            <pc:docMk/>
            <pc:sldMk cId="1131260159" sldId="335"/>
            <ac:cxnSpMk id="9" creationId="{999D860F-613A-633E-73D8-B6AAAF62AD83}"/>
          </ac:cxnSpMkLst>
        </pc:cxnChg>
        <pc:cxnChg chg="mod">
          <ac:chgData name="Vinayak Sharma (Student)" userId="5017081d-1688-4eda-a2f9-bb27e4f819ba" providerId="ADAL" clId="{ACC21BB1-644A-4677-9BB1-9BA981B64D62}" dt="2025-10-07T08:00:01.494" v="1482" actId="20577"/>
          <ac:cxnSpMkLst>
            <pc:docMk/>
            <pc:sldMk cId="1131260159" sldId="335"/>
            <ac:cxnSpMk id="10" creationId="{807E77B9-BDD1-DBCF-A34D-9359F3790134}"/>
          </ac:cxnSpMkLst>
        </pc:cxnChg>
        <pc:cxnChg chg="mod">
          <ac:chgData name="Vinayak Sharma (Student)" userId="5017081d-1688-4eda-a2f9-bb27e4f819ba" providerId="ADAL" clId="{ACC21BB1-644A-4677-9BB1-9BA981B64D62}" dt="2025-10-07T08:00:01.494" v="1482" actId="20577"/>
          <ac:cxnSpMkLst>
            <pc:docMk/>
            <pc:sldMk cId="1131260159" sldId="335"/>
            <ac:cxnSpMk id="14" creationId="{DD4DCB34-0950-2034-BB33-ADCD87D5D09E}"/>
          </ac:cxnSpMkLst>
        </pc:cxnChg>
        <pc:cxnChg chg="mod">
          <ac:chgData name="Vinayak Sharma (Student)" userId="5017081d-1688-4eda-a2f9-bb27e4f819ba" providerId="ADAL" clId="{ACC21BB1-644A-4677-9BB1-9BA981B64D62}" dt="2025-10-07T08:00:01.494" v="1482" actId="20577"/>
          <ac:cxnSpMkLst>
            <pc:docMk/>
            <pc:sldMk cId="1131260159" sldId="335"/>
            <ac:cxnSpMk id="16" creationId="{E05EEDFC-C503-BD18-FF7F-101B5C492EFA}"/>
          </ac:cxnSpMkLst>
        </pc:cxnChg>
      </pc:sldChg>
      <pc:sldChg chg="addSp delSp modSp add mod">
        <pc:chgData name="Vinayak Sharma (Student)" userId="5017081d-1688-4eda-a2f9-bb27e4f819ba" providerId="ADAL" clId="{ACC21BB1-644A-4677-9BB1-9BA981B64D62}" dt="2025-10-07T08:10:47.668" v="1883" actId="20577"/>
        <pc:sldMkLst>
          <pc:docMk/>
          <pc:sldMk cId="2362160427" sldId="336"/>
        </pc:sldMkLst>
        <pc:spChg chg="add del mod">
          <ac:chgData name="Vinayak Sharma (Student)" userId="5017081d-1688-4eda-a2f9-bb27e4f819ba" providerId="ADAL" clId="{ACC21BB1-644A-4677-9BB1-9BA981B64D62}" dt="2025-10-07T08:10:40.806" v="1859" actId="478"/>
          <ac:spMkLst>
            <pc:docMk/>
            <pc:sldMk cId="2362160427" sldId="336"/>
            <ac:spMk id="3" creationId="{36CD32D4-52A6-F89E-1C09-04FFDEBACD0E}"/>
          </ac:spMkLst>
        </pc:spChg>
        <pc:spChg chg="del">
          <ac:chgData name="Vinayak Sharma (Student)" userId="5017081d-1688-4eda-a2f9-bb27e4f819ba" providerId="ADAL" clId="{ACC21BB1-644A-4677-9BB1-9BA981B64D62}" dt="2025-10-07T08:10:37.447" v="1857" actId="478"/>
          <ac:spMkLst>
            <pc:docMk/>
            <pc:sldMk cId="2362160427" sldId="336"/>
            <ac:spMk id="5" creationId="{749CF77A-6CFF-6EF0-B405-18E4A8A5AB89}"/>
          </ac:spMkLst>
        </pc:spChg>
        <pc:spChg chg="del">
          <ac:chgData name="Vinayak Sharma (Student)" userId="5017081d-1688-4eda-a2f9-bb27e4f819ba" providerId="ADAL" clId="{ACC21BB1-644A-4677-9BB1-9BA981B64D62}" dt="2025-10-07T08:10:37.447" v="1857" actId="478"/>
          <ac:spMkLst>
            <pc:docMk/>
            <pc:sldMk cId="2362160427" sldId="336"/>
            <ac:spMk id="6" creationId="{5F3D9A27-87DC-1362-436D-FDCABE9BBF89}"/>
          </ac:spMkLst>
        </pc:spChg>
        <pc:spChg chg="add del mod">
          <ac:chgData name="Vinayak Sharma (Student)" userId="5017081d-1688-4eda-a2f9-bb27e4f819ba" providerId="ADAL" clId="{ACC21BB1-644A-4677-9BB1-9BA981B64D62}" dt="2025-10-07T08:10:40.806" v="1859" actId="478"/>
          <ac:spMkLst>
            <pc:docMk/>
            <pc:sldMk cId="2362160427" sldId="336"/>
            <ac:spMk id="9" creationId="{7B63EBE9-C742-7D92-8599-46EC8753617D}"/>
          </ac:spMkLst>
        </pc:spChg>
        <pc:spChg chg="add mod">
          <ac:chgData name="Vinayak Sharma (Student)" userId="5017081d-1688-4eda-a2f9-bb27e4f819ba" providerId="ADAL" clId="{ACC21BB1-644A-4677-9BB1-9BA981B64D62}" dt="2025-10-07T08:10:37.633" v="1858"/>
          <ac:spMkLst>
            <pc:docMk/>
            <pc:sldMk cId="2362160427" sldId="336"/>
            <ac:spMk id="10" creationId="{9B6A70C7-70CD-B077-EB0D-1A95B5AD4D31}"/>
          </ac:spMkLst>
        </pc:spChg>
        <pc:spChg chg="add mod">
          <ac:chgData name="Vinayak Sharma (Student)" userId="5017081d-1688-4eda-a2f9-bb27e4f819ba" providerId="ADAL" clId="{ACC21BB1-644A-4677-9BB1-9BA981B64D62}" dt="2025-10-07T08:10:47.668" v="1883" actId="20577"/>
          <ac:spMkLst>
            <pc:docMk/>
            <pc:sldMk cId="2362160427" sldId="336"/>
            <ac:spMk id="15" creationId="{19C850EA-325A-CDAA-39B0-202856F3559A}"/>
          </ac:spMkLst>
        </pc:spChg>
        <pc:cxnChg chg="add mod">
          <ac:chgData name="Vinayak Sharma (Student)" userId="5017081d-1688-4eda-a2f9-bb27e4f819ba" providerId="ADAL" clId="{ACC21BB1-644A-4677-9BB1-9BA981B64D62}" dt="2025-10-07T08:10:37.633" v="1858"/>
          <ac:cxnSpMkLst>
            <pc:docMk/>
            <pc:sldMk cId="2362160427" sldId="336"/>
            <ac:cxnSpMk id="14" creationId="{E7B4EA15-D248-F244-7D68-68AC041757B0}"/>
          </ac:cxnSpMkLst>
        </pc:cxnChg>
        <pc:cxnChg chg="add mod">
          <ac:chgData name="Vinayak Sharma (Student)" userId="5017081d-1688-4eda-a2f9-bb27e4f819ba" providerId="ADAL" clId="{ACC21BB1-644A-4677-9BB1-9BA981B64D62}" dt="2025-10-07T08:10:41.031" v="1860"/>
          <ac:cxnSpMkLst>
            <pc:docMk/>
            <pc:sldMk cId="2362160427" sldId="336"/>
            <ac:cxnSpMk id="16" creationId="{ACD7D798-5D7F-BE63-B3FB-C73C5107ED19}"/>
          </ac:cxnSpMkLst>
        </pc:cxnChg>
      </pc:sldChg>
      <pc:sldChg chg="add del">
        <pc:chgData name="Vinayak Sharma (Student)" userId="5017081d-1688-4eda-a2f9-bb27e4f819ba" providerId="ADAL" clId="{ACC21BB1-644A-4677-9BB1-9BA981B64D62}" dt="2025-10-07T08:09:44.578" v="1829" actId="2696"/>
        <pc:sldMkLst>
          <pc:docMk/>
          <pc:sldMk cId="4050330610" sldId="336"/>
        </pc:sldMkLst>
      </pc:sldChg>
      <pc:sldChg chg="addSp delSp modSp add mod ord">
        <pc:chgData name="Vinayak Sharma (Student)" userId="5017081d-1688-4eda-a2f9-bb27e4f819ba" providerId="ADAL" clId="{ACC21BB1-644A-4677-9BB1-9BA981B64D62}" dt="2025-10-07T08:12:43.637" v="1900"/>
        <pc:sldMkLst>
          <pc:docMk/>
          <pc:sldMk cId="1602864716" sldId="337"/>
        </pc:sldMkLst>
        <pc:spChg chg="add del mod">
          <ac:chgData name="Vinayak Sharma (Student)" userId="5017081d-1688-4eda-a2f9-bb27e4f819ba" providerId="ADAL" clId="{ACC21BB1-644A-4677-9BB1-9BA981B64D62}" dt="2025-10-07T08:12:24.106" v="1890" actId="478"/>
          <ac:spMkLst>
            <pc:docMk/>
            <pc:sldMk cId="1602864716" sldId="337"/>
            <ac:spMk id="3" creationId="{B1F88924-F625-B131-3586-B2CA3BFB4811}"/>
          </ac:spMkLst>
        </pc:spChg>
        <pc:spChg chg="del mod">
          <ac:chgData name="Vinayak Sharma (Student)" userId="5017081d-1688-4eda-a2f9-bb27e4f819ba" providerId="ADAL" clId="{ACC21BB1-644A-4677-9BB1-9BA981B64D62}" dt="2025-10-07T08:12:33.572" v="1895" actId="478"/>
          <ac:spMkLst>
            <pc:docMk/>
            <pc:sldMk cId="1602864716" sldId="337"/>
            <ac:spMk id="4" creationId="{0E5B108D-F910-6622-1F60-A3A854ADDF63}"/>
          </ac:spMkLst>
        </pc:spChg>
        <pc:spChg chg="del">
          <ac:chgData name="Vinayak Sharma (Student)" userId="5017081d-1688-4eda-a2f9-bb27e4f819ba" providerId="ADAL" clId="{ACC21BB1-644A-4677-9BB1-9BA981B64D62}" dt="2025-10-07T08:12:21.458" v="1889" actId="478"/>
          <ac:spMkLst>
            <pc:docMk/>
            <pc:sldMk cId="1602864716" sldId="337"/>
            <ac:spMk id="5" creationId="{FD190518-673B-BB9A-A171-DE78C26606EF}"/>
          </ac:spMkLst>
        </pc:spChg>
        <pc:spChg chg="add mod">
          <ac:chgData name="Vinayak Sharma (Student)" userId="5017081d-1688-4eda-a2f9-bb27e4f819ba" providerId="ADAL" clId="{ACC21BB1-644A-4677-9BB1-9BA981B64D62}" dt="2025-10-07T08:12:36.384" v="1898"/>
          <ac:spMkLst>
            <pc:docMk/>
            <pc:sldMk cId="1602864716" sldId="337"/>
            <ac:spMk id="9" creationId="{AC98B23A-6F9E-77E9-1464-3D4A74E13F51}"/>
          </ac:spMkLst>
        </pc:spChg>
        <pc:cxnChg chg="add mod">
          <ac:chgData name="Vinayak Sharma (Student)" userId="5017081d-1688-4eda-a2f9-bb27e4f819ba" providerId="ADAL" clId="{ACC21BB1-644A-4677-9BB1-9BA981B64D62}" dt="2025-10-07T08:12:29.344" v="1893"/>
          <ac:cxnSpMkLst>
            <pc:docMk/>
            <pc:sldMk cId="1602864716" sldId="337"/>
            <ac:cxnSpMk id="11" creationId="{C38133BA-5205-C2F6-0969-F30DFC8C69D2}"/>
          </ac:cxnSpMkLst>
        </pc:cxnChg>
      </pc:sldChg>
      <pc:sldChg chg="add">
        <pc:chgData name="Vinayak Sharma (Student)" userId="5017081d-1688-4eda-a2f9-bb27e4f819ba" providerId="ADAL" clId="{ACC21BB1-644A-4677-9BB1-9BA981B64D62}" dt="2025-10-07T08:12:12.564" v="1888"/>
        <pc:sldMkLst>
          <pc:docMk/>
          <pc:sldMk cId="2520425787" sldId="338"/>
        </pc:sldMkLst>
      </pc:sldChg>
      <pc:sldChg chg="addSp delSp modSp add mod">
        <pc:chgData name="Vinayak Sharma (Student)" userId="5017081d-1688-4eda-a2f9-bb27e4f819ba" providerId="ADAL" clId="{ACC21BB1-644A-4677-9BB1-9BA981B64D62}" dt="2025-10-07T08:15:51.649" v="1989" actId="20577"/>
        <pc:sldMkLst>
          <pc:docMk/>
          <pc:sldMk cId="394884622" sldId="339"/>
        </pc:sldMkLst>
        <pc:spChg chg="add mod">
          <ac:chgData name="Vinayak Sharma (Student)" userId="5017081d-1688-4eda-a2f9-bb27e4f819ba" providerId="ADAL" clId="{ACC21BB1-644A-4677-9BB1-9BA981B64D62}" dt="2025-10-07T08:15:42.935" v="1978" actId="571"/>
          <ac:spMkLst>
            <pc:docMk/>
            <pc:sldMk cId="394884622" sldId="339"/>
            <ac:spMk id="2" creationId="{F5915314-A725-473C-7761-4BBEF1E8816F}"/>
          </ac:spMkLst>
        </pc:spChg>
        <pc:spChg chg="add del mod">
          <ac:chgData name="Vinayak Sharma (Student)" userId="5017081d-1688-4eda-a2f9-bb27e4f819ba" providerId="ADAL" clId="{ACC21BB1-644A-4677-9BB1-9BA981B64D62}" dt="2025-10-07T08:15:47.972" v="1980" actId="478"/>
          <ac:spMkLst>
            <pc:docMk/>
            <pc:sldMk cId="394884622" sldId="339"/>
            <ac:spMk id="4" creationId="{B3EB6CE7-4A0D-E554-FF01-95F55500ED1E}"/>
          </ac:spMkLst>
        </pc:spChg>
        <pc:spChg chg="del">
          <ac:chgData name="Vinayak Sharma (Student)" userId="5017081d-1688-4eda-a2f9-bb27e4f819ba" providerId="ADAL" clId="{ACC21BB1-644A-4677-9BB1-9BA981B64D62}" dt="2025-10-07T08:15:45.468" v="1979" actId="478"/>
          <ac:spMkLst>
            <pc:docMk/>
            <pc:sldMk cId="394884622" sldId="339"/>
            <ac:spMk id="6" creationId="{D7670E5D-FB78-54D7-4FFC-427CA65FF596}"/>
          </ac:spMkLst>
        </pc:spChg>
        <pc:spChg chg="del">
          <ac:chgData name="Vinayak Sharma (Student)" userId="5017081d-1688-4eda-a2f9-bb27e4f819ba" providerId="ADAL" clId="{ACC21BB1-644A-4677-9BB1-9BA981B64D62}" dt="2025-10-07T08:15:45.468" v="1979" actId="478"/>
          <ac:spMkLst>
            <pc:docMk/>
            <pc:sldMk cId="394884622" sldId="339"/>
            <ac:spMk id="7" creationId="{4C6B04CB-6341-4FFC-62C0-1F5020DF6081}"/>
          </ac:spMkLst>
        </pc:spChg>
        <pc:spChg chg="add del mod">
          <ac:chgData name="Vinayak Sharma (Student)" userId="5017081d-1688-4eda-a2f9-bb27e4f819ba" providerId="ADAL" clId="{ACC21BB1-644A-4677-9BB1-9BA981B64D62}" dt="2025-10-07T08:15:47.972" v="1980" actId="478"/>
          <ac:spMkLst>
            <pc:docMk/>
            <pc:sldMk cId="394884622" sldId="339"/>
            <ac:spMk id="9" creationId="{EC848BC2-BD11-34F8-E89E-FF93BCA9A400}"/>
          </ac:spMkLst>
        </pc:spChg>
        <pc:spChg chg="add mod">
          <ac:chgData name="Vinayak Sharma (Student)" userId="5017081d-1688-4eda-a2f9-bb27e4f819ba" providerId="ADAL" clId="{ACC21BB1-644A-4677-9BB1-9BA981B64D62}" dt="2025-10-07T08:15:51.649" v="1989" actId="20577"/>
          <ac:spMkLst>
            <pc:docMk/>
            <pc:sldMk cId="394884622" sldId="339"/>
            <ac:spMk id="10" creationId="{ABE8C021-97C8-3C18-5CCD-37236D4044E3}"/>
          </ac:spMkLst>
        </pc:spChg>
        <pc:cxnChg chg="add mod">
          <ac:chgData name="Vinayak Sharma (Student)" userId="5017081d-1688-4eda-a2f9-bb27e4f819ba" providerId="ADAL" clId="{ACC21BB1-644A-4677-9BB1-9BA981B64D62}" dt="2025-10-07T08:15:48.170" v="1981"/>
          <ac:cxnSpMkLst>
            <pc:docMk/>
            <pc:sldMk cId="394884622" sldId="339"/>
            <ac:cxnSpMk id="17" creationId="{8CDA8F60-7423-AF27-B4A2-AECF3C4BD0D0}"/>
          </ac:cxnSpMkLst>
        </pc:cxnChg>
      </pc:sldChg>
      <pc:sldChg chg="delSp new del mod modClrScheme chgLayout">
        <pc:chgData name="Vinayak Sharma (Student)" userId="5017081d-1688-4eda-a2f9-bb27e4f819ba" providerId="ADAL" clId="{ACC21BB1-644A-4677-9BB1-9BA981B64D62}" dt="2025-10-07T08:13:09.073" v="1907" actId="47"/>
        <pc:sldMkLst>
          <pc:docMk/>
          <pc:sldMk cId="1117092583" sldId="339"/>
        </pc:sldMkLst>
        <pc:spChg chg="del">
          <ac:chgData name="Vinayak Sharma (Student)" userId="5017081d-1688-4eda-a2f9-bb27e4f819ba" providerId="ADAL" clId="{ACC21BB1-644A-4677-9BB1-9BA981B64D62}" dt="2025-10-07T08:13:05.223" v="1905" actId="700"/>
          <ac:spMkLst>
            <pc:docMk/>
            <pc:sldMk cId="1117092583" sldId="339"/>
            <ac:spMk id="2" creationId="{6FDE9D58-5DB3-CE57-3499-578D9536711E}"/>
          </ac:spMkLst>
        </pc:spChg>
        <pc:spChg chg="del">
          <ac:chgData name="Vinayak Sharma (Student)" userId="5017081d-1688-4eda-a2f9-bb27e4f819ba" providerId="ADAL" clId="{ACC21BB1-644A-4677-9BB1-9BA981B64D62}" dt="2025-10-07T08:13:05.223" v="1905" actId="700"/>
          <ac:spMkLst>
            <pc:docMk/>
            <pc:sldMk cId="1117092583" sldId="339"/>
            <ac:spMk id="3" creationId="{5A319BCD-2B6E-B09A-0554-FC9D59B85BEB}"/>
          </ac:spMkLst>
        </pc:spChg>
        <pc:spChg chg="del">
          <ac:chgData name="Vinayak Sharma (Student)" userId="5017081d-1688-4eda-a2f9-bb27e4f819ba" providerId="ADAL" clId="{ACC21BB1-644A-4677-9BB1-9BA981B64D62}" dt="2025-10-07T08:13:05.223" v="1905" actId="700"/>
          <ac:spMkLst>
            <pc:docMk/>
            <pc:sldMk cId="1117092583" sldId="339"/>
            <ac:spMk id="4" creationId="{86B76443-E122-3297-AB43-D71764FDC133}"/>
          </ac:spMkLst>
        </pc:spChg>
      </pc:sldChg>
      <pc:sldChg chg="addSp delSp modSp add mod">
        <pc:chgData name="Vinayak Sharma (Student)" userId="5017081d-1688-4eda-a2f9-bb27e4f819ba" providerId="ADAL" clId="{ACC21BB1-644A-4677-9BB1-9BA981B64D62}" dt="2025-10-07T08:16:56.225" v="2005" actId="1076"/>
        <pc:sldMkLst>
          <pc:docMk/>
          <pc:sldMk cId="380800201" sldId="340"/>
        </pc:sldMkLst>
        <pc:spChg chg="add del mod">
          <ac:chgData name="Vinayak Sharma (Student)" userId="5017081d-1688-4eda-a2f9-bb27e4f819ba" providerId="ADAL" clId="{ACC21BB1-644A-4677-9BB1-9BA981B64D62}" dt="2025-10-07T08:16:36.155" v="1992" actId="478"/>
          <ac:spMkLst>
            <pc:docMk/>
            <pc:sldMk cId="380800201" sldId="340"/>
            <ac:spMk id="3" creationId="{EC833542-324C-1E94-97AD-EB921CCEA0B4}"/>
          </ac:spMkLst>
        </pc:spChg>
        <pc:spChg chg="del mod">
          <ac:chgData name="Vinayak Sharma (Student)" userId="5017081d-1688-4eda-a2f9-bb27e4f819ba" providerId="ADAL" clId="{ACC21BB1-644A-4677-9BB1-9BA981B64D62}" dt="2025-10-07T08:16:43.580" v="1998" actId="478"/>
          <ac:spMkLst>
            <pc:docMk/>
            <pc:sldMk cId="380800201" sldId="340"/>
            <ac:spMk id="4" creationId="{58B130B3-63C3-0DDA-A5EC-AED407580B3A}"/>
          </ac:spMkLst>
        </pc:spChg>
        <pc:spChg chg="add mod">
          <ac:chgData name="Vinayak Sharma (Student)" userId="5017081d-1688-4eda-a2f9-bb27e4f819ba" providerId="ADAL" clId="{ACC21BB1-644A-4677-9BB1-9BA981B64D62}" dt="2025-10-07T08:16:45.136" v="2000"/>
          <ac:spMkLst>
            <pc:docMk/>
            <pc:sldMk cId="380800201" sldId="340"/>
            <ac:spMk id="5" creationId="{5BA2BC25-C594-24DC-594F-255A9EB16BA6}"/>
          </ac:spMkLst>
        </pc:spChg>
        <pc:spChg chg="del">
          <ac:chgData name="Vinayak Sharma (Student)" userId="5017081d-1688-4eda-a2f9-bb27e4f819ba" providerId="ADAL" clId="{ACC21BB1-644A-4677-9BB1-9BA981B64D62}" dt="2025-10-07T08:16:34.235" v="1991" actId="478"/>
          <ac:spMkLst>
            <pc:docMk/>
            <pc:sldMk cId="380800201" sldId="340"/>
            <ac:spMk id="10" creationId="{959CEE4C-FD2C-BE36-F305-94F6BE333E9E}"/>
          </ac:spMkLst>
        </pc:spChg>
        <pc:spChg chg="mod">
          <ac:chgData name="Vinayak Sharma (Student)" userId="5017081d-1688-4eda-a2f9-bb27e4f819ba" providerId="ADAL" clId="{ACC21BB1-644A-4677-9BB1-9BA981B64D62}" dt="2025-10-07T08:16:56.225" v="2005" actId="1076"/>
          <ac:spMkLst>
            <pc:docMk/>
            <pc:sldMk cId="380800201" sldId="340"/>
            <ac:spMk id="12" creationId="{5FDF4C60-E715-89FB-CC47-98AD91E8603A}"/>
          </ac:spMkLst>
        </pc:spChg>
        <pc:spChg chg="mod">
          <ac:chgData name="Vinayak Sharma (Student)" userId="5017081d-1688-4eda-a2f9-bb27e4f819ba" providerId="ADAL" clId="{ACC21BB1-644A-4677-9BB1-9BA981B64D62}" dt="2025-10-07T08:16:56.225" v="2005" actId="1076"/>
          <ac:spMkLst>
            <pc:docMk/>
            <pc:sldMk cId="380800201" sldId="340"/>
            <ac:spMk id="29" creationId="{7E347715-ED11-167B-79DD-40485EE43C88}"/>
          </ac:spMkLst>
        </pc:spChg>
        <pc:spChg chg="mod">
          <ac:chgData name="Vinayak Sharma (Student)" userId="5017081d-1688-4eda-a2f9-bb27e4f819ba" providerId="ADAL" clId="{ACC21BB1-644A-4677-9BB1-9BA981B64D62}" dt="2025-10-07T08:16:56.225" v="2005" actId="1076"/>
          <ac:spMkLst>
            <pc:docMk/>
            <pc:sldMk cId="380800201" sldId="340"/>
            <ac:spMk id="31" creationId="{280F74DA-DF46-FB81-8760-45689C7CC18A}"/>
          </ac:spMkLst>
        </pc:spChg>
        <pc:spChg chg="mod">
          <ac:chgData name="Vinayak Sharma (Student)" userId="5017081d-1688-4eda-a2f9-bb27e4f819ba" providerId="ADAL" clId="{ACC21BB1-644A-4677-9BB1-9BA981B64D62}" dt="2025-10-07T08:16:56.225" v="2005" actId="1076"/>
          <ac:spMkLst>
            <pc:docMk/>
            <pc:sldMk cId="380800201" sldId="340"/>
            <ac:spMk id="32" creationId="{15899C02-2861-420D-AB77-4D32F85802DE}"/>
          </ac:spMkLst>
        </pc:spChg>
        <pc:spChg chg="mod">
          <ac:chgData name="Vinayak Sharma (Student)" userId="5017081d-1688-4eda-a2f9-bb27e4f819ba" providerId="ADAL" clId="{ACC21BB1-644A-4677-9BB1-9BA981B64D62}" dt="2025-10-07T08:16:56.225" v="2005" actId="1076"/>
          <ac:spMkLst>
            <pc:docMk/>
            <pc:sldMk cId="380800201" sldId="340"/>
            <ac:spMk id="33" creationId="{6E5BBAF7-B8F7-CE59-501A-3FCB76E1F03C}"/>
          </ac:spMkLst>
        </pc:spChg>
        <pc:spChg chg="mod">
          <ac:chgData name="Vinayak Sharma (Student)" userId="5017081d-1688-4eda-a2f9-bb27e4f819ba" providerId="ADAL" clId="{ACC21BB1-644A-4677-9BB1-9BA981B64D62}" dt="2025-10-07T08:16:56.225" v="2005" actId="1076"/>
          <ac:spMkLst>
            <pc:docMk/>
            <pc:sldMk cId="380800201" sldId="340"/>
            <ac:spMk id="34" creationId="{87A2BBFE-D24A-9179-3ED3-CBF43C47BEA3}"/>
          </ac:spMkLst>
        </pc:spChg>
        <pc:spChg chg="mod">
          <ac:chgData name="Vinayak Sharma (Student)" userId="5017081d-1688-4eda-a2f9-bb27e4f819ba" providerId="ADAL" clId="{ACC21BB1-644A-4677-9BB1-9BA981B64D62}" dt="2025-10-07T08:16:56.225" v="2005" actId="1076"/>
          <ac:spMkLst>
            <pc:docMk/>
            <pc:sldMk cId="380800201" sldId="340"/>
            <ac:spMk id="37" creationId="{83B2135C-22DF-4969-6D81-59ACE151B658}"/>
          </ac:spMkLst>
        </pc:spChg>
        <pc:grpChg chg="mod">
          <ac:chgData name="Vinayak Sharma (Student)" userId="5017081d-1688-4eda-a2f9-bb27e4f819ba" providerId="ADAL" clId="{ACC21BB1-644A-4677-9BB1-9BA981B64D62}" dt="2025-10-07T08:16:56.225" v="2005" actId="1076"/>
          <ac:grpSpMkLst>
            <pc:docMk/>
            <pc:sldMk cId="380800201" sldId="340"/>
            <ac:grpSpMk id="28" creationId="{865B2D46-E838-DE30-7324-988C3B053A05}"/>
          </ac:grpSpMkLst>
        </pc:grpChg>
        <pc:cxnChg chg="add mod">
          <ac:chgData name="Vinayak Sharma (Student)" userId="5017081d-1688-4eda-a2f9-bb27e4f819ba" providerId="ADAL" clId="{ACC21BB1-644A-4677-9BB1-9BA981B64D62}" dt="2025-10-07T08:16:40.718" v="1996"/>
          <ac:cxnSpMkLst>
            <pc:docMk/>
            <pc:sldMk cId="380800201" sldId="340"/>
            <ac:cxnSpMk id="6" creationId="{8DD5F054-6036-FC02-66DE-B887B0E24E97}"/>
          </ac:cxnSpMkLst>
        </pc:cxnChg>
      </pc:sldChg>
      <pc:sldMasterChg chg="setBg modSldLayout">
        <pc:chgData name="Vinayak Sharma (Student)" userId="5017081d-1688-4eda-a2f9-bb27e4f819ba" providerId="ADAL" clId="{ACC21BB1-644A-4677-9BB1-9BA981B64D62}" dt="2025-10-07T08:44:44.006" v="3270"/>
        <pc:sldMasterMkLst>
          <pc:docMk/>
          <pc:sldMasterMk cId="3050359684" sldId="2147483734"/>
        </pc:sldMasterMkLst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528177966" sldId="2147483735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879077166" sldId="2147483736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1945572512" sldId="2147483737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2456314980" sldId="2147483738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3000531930" sldId="2147483739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2001283132" sldId="2147483740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1569983904" sldId="2147483741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2645542519" sldId="2147483742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692382057" sldId="2147483743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642627517" sldId="2147483744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2321097399" sldId="2147483745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267324284" sldId="2147483746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2810832899" sldId="2147483747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1375362374" sldId="2147483748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249366340" sldId="2147483749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2861402638" sldId="2147483750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595992345" sldId="2147483751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789890007" sldId="2147483752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3147033558" sldId="2147483753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2664477485" sldId="2147483754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3050359684" sldId="2147483734"/>
            <pc:sldLayoutMk cId="476711115" sldId="2147483757"/>
          </pc:sldLayoutMkLst>
        </pc:sldLayoutChg>
      </pc:sldMasterChg>
      <pc:sldMasterChg chg="setBg modSldLayout">
        <pc:chgData name="Vinayak Sharma (Student)" userId="5017081d-1688-4eda-a2f9-bb27e4f819ba" providerId="ADAL" clId="{ACC21BB1-644A-4677-9BB1-9BA981B64D62}" dt="2025-10-07T08:44:44.006" v="3270"/>
        <pc:sldMasterMkLst>
          <pc:docMk/>
          <pc:sldMasterMk cId="4084989033" sldId="2147483755"/>
        </pc:sldMasterMkLst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4084989033" sldId="2147483755"/>
            <pc:sldLayoutMk cId="2253164395" sldId="2147483756"/>
          </pc:sldLayoutMkLst>
        </pc:sldLayoutChg>
      </pc:sldMasterChg>
      <pc:sldMasterChg chg="setBg modSldLayout">
        <pc:chgData name="Vinayak Sharma (Student)" userId="5017081d-1688-4eda-a2f9-bb27e4f819ba" providerId="ADAL" clId="{ACC21BB1-644A-4677-9BB1-9BA981B64D62}" dt="2025-10-07T08:44:44.006" v="3270"/>
        <pc:sldMasterMkLst>
          <pc:docMk/>
          <pc:sldMasterMk cId="79493315" sldId="2147483758"/>
        </pc:sldMasterMkLst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1172386232" sldId="2147483759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1252137239" sldId="2147483760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1795845960" sldId="2147483761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2716960508" sldId="2147483762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2492998620" sldId="2147483763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1788011088" sldId="2147483764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2984400420" sldId="2147483765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1812658713" sldId="2147483766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3832666794" sldId="2147483767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2833997902" sldId="2147483768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3387974886" sldId="2147483769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1755515843" sldId="2147483770"/>
          </pc:sldLayoutMkLst>
        </pc:sldLayoutChg>
        <pc:sldLayoutChg chg="setBg">
          <pc:chgData name="Vinayak Sharma (Student)" userId="5017081d-1688-4eda-a2f9-bb27e4f819ba" providerId="ADAL" clId="{ACC21BB1-644A-4677-9BB1-9BA981B64D62}" dt="2025-10-07T08:44:44.006" v="3270"/>
          <pc:sldLayoutMkLst>
            <pc:docMk/>
            <pc:sldMasterMk cId="79493315" sldId="2147483758"/>
            <pc:sldLayoutMk cId="2908991744" sldId="2147483771"/>
          </pc:sldLayoutMkLst>
        </pc:sldLayoutChg>
      </pc:sldMasterChg>
    </pc:docChg>
  </pc:docChgLst>
  <pc:docChgLst>
    <pc:chgData name="Vinayak Sharma (Student)" userId="5017081d-1688-4eda-a2f9-bb27e4f819ba" providerId="ADAL" clId="{42DE2687-E682-4AEB-A316-4D9CEAA98386}"/>
    <pc:docChg chg="undo custSel modSld">
      <pc:chgData name="Vinayak Sharma (Student)" userId="5017081d-1688-4eda-a2f9-bb27e4f819ba" providerId="ADAL" clId="{42DE2687-E682-4AEB-A316-4D9CEAA98386}" dt="2025-10-08T01:27:43.906" v="12" actId="1076"/>
      <pc:docMkLst>
        <pc:docMk/>
      </pc:docMkLst>
      <pc:sldChg chg="delSp modSp mod">
        <pc:chgData name="Vinayak Sharma (Student)" userId="5017081d-1688-4eda-a2f9-bb27e4f819ba" providerId="ADAL" clId="{42DE2687-E682-4AEB-A316-4D9CEAA98386}" dt="2025-10-08T01:27:43.906" v="12" actId="1076"/>
        <pc:sldMkLst>
          <pc:docMk/>
          <pc:sldMk cId="3208241379" sldId="314"/>
        </pc:sldMkLst>
        <pc:spChg chg="mod topLvl">
          <ac:chgData name="Vinayak Sharma (Student)" userId="5017081d-1688-4eda-a2f9-bb27e4f819ba" providerId="ADAL" clId="{42DE2687-E682-4AEB-A316-4D9CEAA98386}" dt="2025-10-08T01:27:24.984" v="7" actId="1076"/>
          <ac:spMkLst>
            <pc:docMk/>
            <pc:sldMk cId="3208241379" sldId="314"/>
            <ac:spMk id="35" creationId="{60A16387-3CC4-F80D-0B06-388F033BC767}"/>
          </ac:spMkLst>
        </pc:spChg>
        <pc:spChg chg="mod">
          <ac:chgData name="Vinayak Sharma (Student)" userId="5017081d-1688-4eda-a2f9-bb27e4f819ba" providerId="ADAL" clId="{42DE2687-E682-4AEB-A316-4D9CEAA98386}" dt="2025-10-08T01:26:58.719" v="2" actId="165"/>
          <ac:spMkLst>
            <pc:docMk/>
            <pc:sldMk cId="3208241379" sldId="314"/>
            <ac:spMk id="38" creationId="{FBFF849B-4010-E728-FC64-965FC3135CCA}"/>
          </ac:spMkLst>
        </pc:spChg>
        <pc:spChg chg="mod">
          <ac:chgData name="Vinayak Sharma (Student)" userId="5017081d-1688-4eda-a2f9-bb27e4f819ba" providerId="ADAL" clId="{42DE2687-E682-4AEB-A316-4D9CEAA98386}" dt="2025-10-08T01:27:09.648" v="4" actId="1076"/>
          <ac:spMkLst>
            <pc:docMk/>
            <pc:sldMk cId="3208241379" sldId="314"/>
            <ac:spMk id="40" creationId="{83DA4D8B-7F2D-C310-9771-4D3519799B40}"/>
          </ac:spMkLst>
        </pc:spChg>
        <pc:spChg chg="mod">
          <ac:chgData name="Vinayak Sharma (Student)" userId="5017081d-1688-4eda-a2f9-bb27e4f819ba" providerId="ADAL" clId="{42DE2687-E682-4AEB-A316-4D9CEAA98386}" dt="2025-10-08T01:27:09.648" v="4" actId="1076"/>
          <ac:spMkLst>
            <pc:docMk/>
            <pc:sldMk cId="3208241379" sldId="314"/>
            <ac:spMk id="41" creationId="{7037BB64-7B69-50B5-A441-6D189F84A0EF}"/>
          </ac:spMkLst>
        </pc:spChg>
        <pc:spChg chg="mod">
          <ac:chgData name="Vinayak Sharma (Student)" userId="5017081d-1688-4eda-a2f9-bb27e4f819ba" providerId="ADAL" clId="{42DE2687-E682-4AEB-A316-4D9CEAA98386}" dt="2025-10-08T01:27:09.648" v="4" actId="1076"/>
          <ac:spMkLst>
            <pc:docMk/>
            <pc:sldMk cId="3208241379" sldId="314"/>
            <ac:spMk id="43" creationId="{1CCE893D-01C4-74FD-A6A2-7BD5A6739C06}"/>
          </ac:spMkLst>
        </pc:spChg>
        <pc:spChg chg="mod topLvl">
          <ac:chgData name="Vinayak Sharma (Student)" userId="5017081d-1688-4eda-a2f9-bb27e4f819ba" providerId="ADAL" clId="{42DE2687-E682-4AEB-A316-4D9CEAA98386}" dt="2025-10-08T01:26:54.832" v="1" actId="165"/>
          <ac:spMkLst>
            <pc:docMk/>
            <pc:sldMk cId="3208241379" sldId="314"/>
            <ac:spMk id="46" creationId="{462BBBAA-AB40-2C35-E1DE-21995F858E4C}"/>
          </ac:spMkLst>
        </pc:spChg>
        <pc:spChg chg="mod">
          <ac:chgData name="Vinayak Sharma (Student)" userId="5017081d-1688-4eda-a2f9-bb27e4f819ba" providerId="ADAL" clId="{42DE2687-E682-4AEB-A316-4D9CEAA98386}" dt="2025-10-08T01:27:39.700" v="11" actId="1076"/>
          <ac:spMkLst>
            <pc:docMk/>
            <pc:sldMk cId="3208241379" sldId="314"/>
            <ac:spMk id="52" creationId="{AE384401-32DF-0861-47DE-DEF88FE01612}"/>
          </ac:spMkLst>
        </pc:spChg>
        <pc:spChg chg="mod">
          <ac:chgData name="Vinayak Sharma (Student)" userId="5017081d-1688-4eda-a2f9-bb27e4f819ba" providerId="ADAL" clId="{42DE2687-E682-4AEB-A316-4D9CEAA98386}" dt="2025-10-08T01:27:43.906" v="12" actId="1076"/>
          <ac:spMkLst>
            <pc:docMk/>
            <pc:sldMk cId="3208241379" sldId="314"/>
            <ac:spMk id="56" creationId="{6E739A07-A122-ED97-9BED-26B79113BE4F}"/>
          </ac:spMkLst>
        </pc:spChg>
        <pc:spChg chg="mod">
          <ac:chgData name="Vinayak Sharma (Student)" userId="5017081d-1688-4eda-a2f9-bb27e4f819ba" providerId="ADAL" clId="{42DE2687-E682-4AEB-A316-4D9CEAA98386}" dt="2025-10-08T01:27:43.906" v="12" actId="1076"/>
          <ac:spMkLst>
            <pc:docMk/>
            <pc:sldMk cId="3208241379" sldId="314"/>
            <ac:spMk id="57" creationId="{6362F606-9E73-640D-8149-390CC9781C46}"/>
          </ac:spMkLst>
        </pc:spChg>
        <pc:spChg chg="mod">
          <ac:chgData name="Vinayak Sharma (Student)" userId="5017081d-1688-4eda-a2f9-bb27e4f819ba" providerId="ADAL" clId="{42DE2687-E682-4AEB-A316-4D9CEAA98386}" dt="2025-10-08T01:27:43.906" v="12" actId="1076"/>
          <ac:spMkLst>
            <pc:docMk/>
            <pc:sldMk cId="3208241379" sldId="314"/>
            <ac:spMk id="59" creationId="{179F130A-ADE9-0889-2947-7B4F9436C111}"/>
          </ac:spMkLst>
        </pc:spChg>
        <pc:grpChg chg="del mod topLvl">
          <ac:chgData name="Vinayak Sharma (Student)" userId="5017081d-1688-4eda-a2f9-bb27e4f819ba" providerId="ADAL" clId="{42DE2687-E682-4AEB-A316-4D9CEAA98386}" dt="2025-10-08T01:26:58.719" v="2" actId="165"/>
          <ac:grpSpMkLst>
            <pc:docMk/>
            <pc:sldMk cId="3208241379" sldId="314"/>
            <ac:grpSpMk id="34" creationId="{B9157A53-5B33-C790-B972-4BF0D40B39C5}"/>
          </ac:grpSpMkLst>
        </pc:grpChg>
        <pc:grpChg chg="mod topLvl">
          <ac:chgData name="Vinayak Sharma (Student)" userId="5017081d-1688-4eda-a2f9-bb27e4f819ba" providerId="ADAL" clId="{42DE2687-E682-4AEB-A316-4D9CEAA98386}" dt="2025-10-08T01:26:58.719" v="2" actId="165"/>
          <ac:grpSpMkLst>
            <pc:docMk/>
            <pc:sldMk cId="3208241379" sldId="314"/>
            <ac:grpSpMk id="36" creationId="{65B5CAC1-4414-DE39-1626-545D820165CD}"/>
          </ac:grpSpMkLst>
        </pc:grpChg>
        <pc:grpChg chg="mod">
          <ac:chgData name="Vinayak Sharma (Student)" userId="5017081d-1688-4eda-a2f9-bb27e4f819ba" providerId="ADAL" clId="{42DE2687-E682-4AEB-A316-4D9CEAA98386}" dt="2025-10-08T01:26:58.719" v="2" actId="165"/>
          <ac:grpSpMkLst>
            <pc:docMk/>
            <pc:sldMk cId="3208241379" sldId="314"/>
            <ac:grpSpMk id="39" creationId="{BBDA766A-818E-5469-E2C0-95444A16B37A}"/>
          </ac:grpSpMkLst>
        </pc:grpChg>
        <pc:grpChg chg="del ord">
          <ac:chgData name="Vinayak Sharma (Student)" userId="5017081d-1688-4eda-a2f9-bb27e4f819ba" providerId="ADAL" clId="{42DE2687-E682-4AEB-A316-4D9CEAA98386}" dt="2025-10-08T01:26:54.832" v="1" actId="165"/>
          <ac:grpSpMkLst>
            <pc:docMk/>
            <pc:sldMk cId="3208241379" sldId="314"/>
            <ac:grpSpMk id="48" creationId="{3545BBAE-043E-A474-FB53-82448C84FB82}"/>
          </ac:grpSpMkLst>
        </pc:grpChg>
        <pc:grpChg chg="mod">
          <ac:chgData name="Vinayak Sharma (Student)" userId="5017081d-1688-4eda-a2f9-bb27e4f819ba" providerId="ADAL" clId="{42DE2687-E682-4AEB-A316-4D9CEAA98386}" dt="2025-10-08T01:27:30.583" v="8" actId="1076"/>
          <ac:grpSpMkLst>
            <pc:docMk/>
            <pc:sldMk cId="3208241379" sldId="314"/>
            <ac:grpSpMk id="61" creationId="{66BF4B62-FAD2-60ED-1E5F-DC6D76D3F536}"/>
          </ac:grpSpMkLst>
        </pc:grpChg>
        <pc:cxnChg chg="mod">
          <ac:chgData name="Vinayak Sharma (Student)" userId="5017081d-1688-4eda-a2f9-bb27e4f819ba" providerId="ADAL" clId="{42DE2687-E682-4AEB-A316-4D9CEAA98386}" dt="2025-10-08T01:27:09.648" v="4" actId="1076"/>
          <ac:cxnSpMkLst>
            <pc:docMk/>
            <pc:sldMk cId="3208241379" sldId="314"/>
            <ac:cxnSpMk id="42" creationId="{534FC305-73A9-E979-4B29-F7243F95D7C6}"/>
          </ac:cxnSpMkLst>
        </pc:cxnChg>
        <pc:cxnChg chg="mod">
          <ac:chgData name="Vinayak Sharma (Student)" userId="5017081d-1688-4eda-a2f9-bb27e4f819ba" providerId="ADAL" clId="{42DE2687-E682-4AEB-A316-4D9CEAA98386}" dt="2025-10-08T01:27:09.648" v="4" actId="1076"/>
          <ac:cxnSpMkLst>
            <pc:docMk/>
            <pc:sldMk cId="3208241379" sldId="314"/>
            <ac:cxnSpMk id="44" creationId="{1F9CE89A-A7A6-16B3-9D92-01E99AB5E25C}"/>
          </ac:cxnSpMkLst>
        </pc:cxnChg>
        <pc:cxnChg chg="mod">
          <ac:chgData name="Vinayak Sharma (Student)" userId="5017081d-1688-4eda-a2f9-bb27e4f819ba" providerId="ADAL" clId="{42DE2687-E682-4AEB-A316-4D9CEAA98386}" dt="2025-10-08T01:27:43.906" v="12" actId="1076"/>
          <ac:cxnSpMkLst>
            <pc:docMk/>
            <pc:sldMk cId="3208241379" sldId="314"/>
            <ac:cxnSpMk id="58" creationId="{85C3B0FB-6985-D9A5-78A4-88CB2EBD9655}"/>
          </ac:cxnSpMkLst>
        </pc:cxnChg>
        <pc:cxnChg chg="mod">
          <ac:chgData name="Vinayak Sharma (Student)" userId="5017081d-1688-4eda-a2f9-bb27e4f819ba" providerId="ADAL" clId="{42DE2687-E682-4AEB-A316-4D9CEAA98386}" dt="2025-10-08T01:27:43.906" v="12" actId="1076"/>
          <ac:cxnSpMkLst>
            <pc:docMk/>
            <pc:sldMk cId="3208241379" sldId="314"/>
            <ac:cxnSpMk id="60" creationId="{F4B8A5BF-AF0B-F225-6FE3-2A513CE17406}"/>
          </ac:cxnSpMkLst>
        </pc:cxn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image" Target="../media/image3210.png"/><Relationship Id="rId1" Type="http://schemas.openxmlformats.org/officeDocument/2006/relationships/image" Target="../media/image312.png"/><Relationship Id="rId4" Type="http://schemas.openxmlformats.org/officeDocument/2006/relationships/image" Target="../media/image351.pn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0.png"/><Relationship Id="rId2" Type="http://schemas.openxmlformats.org/officeDocument/2006/relationships/image" Target="../media/image2600.png"/><Relationship Id="rId1" Type="http://schemas.openxmlformats.org/officeDocument/2006/relationships/image" Target="../media/image250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2A2A69-32D8-45F2-823D-3828A06B1BD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03736C0-8B55-4DB2-8614-96F8F55F05AB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6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Probability</a:t>
          </a:r>
          <a:endParaRPr lang="en-IN" sz="16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8F20A4EC-9264-42E9-B40B-DCAB6FFAD388}" type="parTrans" cxnId="{276B5E1D-F336-4949-8CCA-2F85959E16E6}">
      <dgm:prSet/>
      <dgm:spPr/>
      <dgm:t>
        <a:bodyPr/>
        <a:lstStyle/>
        <a:p>
          <a:endParaRPr lang="en-IN"/>
        </a:p>
      </dgm:t>
    </dgm:pt>
    <dgm:pt modelId="{F5CB56F8-49F4-48A7-99A6-86FEC0A507CA}" type="sibTrans" cxnId="{276B5E1D-F336-4949-8CCA-2F85959E16E6}">
      <dgm:prSet/>
      <dgm:spPr/>
      <dgm:t>
        <a:bodyPr/>
        <a:lstStyle/>
        <a:p>
          <a:endParaRPr lang="en-IN"/>
        </a:p>
      </dgm:t>
    </dgm:pt>
    <dgm:pt modelId="{EE12E5F1-8A7E-4A99-A540-49AFD386579A}">
      <dgm:prSet phldrT="[Text]" custT="1"/>
      <dgm:spPr>
        <a:solidFill>
          <a:schemeClr val="tx1">
            <a:lumMod val="85000"/>
            <a:lumOff val="15000"/>
            <a:alpha val="90000"/>
          </a:schemeClr>
        </a:solid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US" sz="1400" dirty="0">
              <a:solidFill>
                <a:schemeClr val="bg1"/>
              </a:solidFill>
              <a:latin typeface="+mj-lt"/>
            </a:rPr>
            <a:t>The probability of any eigenvalue. </a:t>
          </a:r>
          <a:endParaRPr lang="en-IN" sz="1400" dirty="0">
            <a:solidFill>
              <a:schemeClr val="bg1"/>
            </a:solidFill>
            <a:latin typeface="+mj-lt"/>
          </a:endParaRPr>
        </a:p>
      </dgm:t>
    </dgm:pt>
    <dgm:pt modelId="{C36F8B17-5EA4-4BF6-9E98-B451FF4CCA48}" type="parTrans" cxnId="{98C8EC28-BAB3-4976-831D-F062FE651170}">
      <dgm:prSet/>
      <dgm:spPr/>
      <dgm:t>
        <a:bodyPr/>
        <a:lstStyle/>
        <a:p>
          <a:endParaRPr lang="en-IN"/>
        </a:p>
      </dgm:t>
    </dgm:pt>
    <dgm:pt modelId="{38EF29DD-1342-44E0-9C0C-2FC9062C14A6}" type="sibTrans" cxnId="{98C8EC28-BAB3-4976-831D-F062FE651170}">
      <dgm:prSet/>
      <dgm:spPr/>
      <dgm:t>
        <a:bodyPr/>
        <a:lstStyle/>
        <a:p>
          <a:endParaRPr lang="en-IN"/>
        </a:p>
      </dgm:t>
    </dgm:pt>
    <dgm:pt modelId="{AF7959F6-2AB3-4E8F-8FAB-5AC41BEF2316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6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Expectation Value</a:t>
          </a:r>
          <a:endParaRPr lang="en-IN" sz="16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DB6F49ED-FD21-4ECB-BD74-EDA71CDA5B3D}" type="parTrans" cxnId="{3DDA67F6-4B32-412B-9EC0-6DB3999E22C2}">
      <dgm:prSet/>
      <dgm:spPr/>
      <dgm:t>
        <a:bodyPr/>
        <a:lstStyle/>
        <a:p>
          <a:endParaRPr lang="en-IN"/>
        </a:p>
      </dgm:t>
    </dgm:pt>
    <dgm:pt modelId="{E30E8709-E4F6-4D95-92F5-40085CAEAC87}" type="sibTrans" cxnId="{3DDA67F6-4B32-412B-9EC0-6DB3999E22C2}">
      <dgm:prSet/>
      <dgm:spPr/>
      <dgm:t>
        <a:bodyPr/>
        <a:lstStyle/>
        <a:p>
          <a:endParaRPr lang="en-IN"/>
        </a:p>
      </dgm:t>
    </dgm:pt>
    <dgm:pt modelId="{BB5AD210-EE40-4F11-8507-EC1438061CFF}">
      <dgm:prSet phldrT="[Text]" custT="1"/>
      <dgm:spPr>
        <a:solidFill>
          <a:schemeClr val="tx1">
            <a:lumMod val="85000"/>
            <a:lumOff val="15000"/>
            <a:alpha val="90000"/>
          </a:schemeClr>
        </a:solid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US" sz="1400" dirty="0">
              <a:solidFill>
                <a:schemeClr val="bg1"/>
              </a:solidFill>
              <a:latin typeface="+mj-lt"/>
            </a:rPr>
            <a:t>The expected value of the measurement operation on that state.</a:t>
          </a:r>
          <a:endParaRPr lang="en-IN" sz="1400" dirty="0">
            <a:solidFill>
              <a:schemeClr val="bg1"/>
            </a:solidFill>
            <a:latin typeface="+mj-lt"/>
          </a:endParaRPr>
        </a:p>
      </dgm:t>
    </dgm:pt>
    <dgm:pt modelId="{FE9DDA14-7291-40EA-812E-95A7DE151BD4}" type="parTrans" cxnId="{1A58F906-E38C-4F6A-A95D-3835809DA87C}">
      <dgm:prSet/>
      <dgm:spPr/>
      <dgm:t>
        <a:bodyPr/>
        <a:lstStyle/>
        <a:p>
          <a:endParaRPr lang="en-IN"/>
        </a:p>
      </dgm:t>
    </dgm:pt>
    <dgm:pt modelId="{DB8183B0-3EB8-44F4-A1E8-29833F692757}" type="sibTrans" cxnId="{1A58F906-E38C-4F6A-A95D-3835809DA87C}">
      <dgm:prSet/>
      <dgm:spPr/>
      <dgm:t>
        <a:bodyPr/>
        <a:lstStyle/>
        <a:p>
          <a:endParaRPr lang="en-IN"/>
        </a:p>
      </dgm:t>
    </dgm:pt>
    <dgm:pt modelId="{AFE0A9C9-A3B4-4D0C-8B18-B23DAF40509B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6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Variance</a:t>
          </a:r>
          <a:endParaRPr lang="en-IN" sz="16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DB841BC2-D3AF-4ED3-8A5C-4F3889C04536}" type="parTrans" cxnId="{09D6D440-3AB2-4810-8D20-B7B03BF2BC6B}">
      <dgm:prSet/>
      <dgm:spPr/>
      <dgm:t>
        <a:bodyPr/>
        <a:lstStyle/>
        <a:p>
          <a:endParaRPr lang="en-IN"/>
        </a:p>
      </dgm:t>
    </dgm:pt>
    <dgm:pt modelId="{036E00A3-46E0-4C43-91ED-411B2325318E}" type="sibTrans" cxnId="{09D6D440-3AB2-4810-8D20-B7B03BF2BC6B}">
      <dgm:prSet/>
      <dgm:spPr/>
      <dgm:t>
        <a:bodyPr/>
        <a:lstStyle/>
        <a:p>
          <a:endParaRPr lang="en-IN"/>
        </a:p>
      </dgm:t>
    </dgm:pt>
    <dgm:pt modelId="{D62C8650-C16B-4734-B4AB-F42449CD5A26}">
      <dgm:prSet phldrT="[Text]" custT="1"/>
      <dgm:spPr>
        <a:solidFill>
          <a:schemeClr val="tx1">
            <a:lumMod val="85000"/>
            <a:lumOff val="15000"/>
            <a:alpha val="90000"/>
          </a:schemeClr>
        </a:solid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US" sz="1400" dirty="0">
              <a:solidFill>
                <a:schemeClr val="bg1"/>
              </a:solidFill>
              <a:latin typeface="+mj-lt"/>
            </a:rPr>
            <a:t>The variance in the readouts.</a:t>
          </a:r>
          <a:endParaRPr lang="en-IN" sz="1400" dirty="0">
            <a:solidFill>
              <a:schemeClr val="bg1"/>
            </a:solidFill>
            <a:latin typeface="+mj-lt"/>
          </a:endParaRPr>
        </a:p>
      </dgm:t>
    </dgm:pt>
    <dgm:pt modelId="{CF42BF72-A038-4F51-B790-CA418668F398}" type="parTrans" cxnId="{FF8AA41F-698F-423D-9B9D-9284F47E018B}">
      <dgm:prSet/>
      <dgm:spPr/>
      <dgm:t>
        <a:bodyPr/>
        <a:lstStyle/>
        <a:p>
          <a:endParaRPr lang="en-IN"/>
        </a:p>
      </dgm:t>
    </dgm:pt>
    <dgm:pt modelId="{C02BA398-03C0-4606-B40C-1E76FB903543}" type="sibTrans" cxnId="{FF8AA41F-698F-423D-9B9D-9284F47E018B}">
      <dgm:prSet/>
      <dgm:spPr/>
      <dgm:t>
        <a:bodyPr/>
        <a:lstStyle/>
        <a:p>
          <a:endParaRPr lang="en-IN"/>
        </a:p>
      </dgm:t>
    </dgm:pt>
    <dgm:pt modelId="{22351E66-A88F-4744-B6F8-081B0156D11A}">
      <dgm:prSet phldrT="[Text]" custT="1"/>
      <dgm:spPr>
        <a:solidFill>
          <a:schemeClr val="tx1">
            <a:lumMod val="85000"/>
            <a:lumOff val="15000"/>
            <a:alpha val="90000"/>
          </a:schemeClr>
        </a:solid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US" sz="1400" dirty="0">
              <a:solidFill>
                <a:schemeClr val="bg1"/>
              </a:solidFill>
              <a:latin typeface="+mj-lt"/>
            </a:rPr>
            <a:t>The number of times each eigen value occurs.</a:t>
          </a:r>
          <a:endParaRPr lang="en-IN" sz="1400" dirty="0">
            <a:solidFill>
              <a:schemeClr val="bg1"/>
            </a:solidFill>
            <a:latin typeface="+mj-lt"/>
          </a:endParaRPr>
        </a:p>
      </dgm:t>
    </dgm:pt>
    <dgm:pt modelId="{664E3330-5B88-4297-90A8-88AD487E5540}" type="parTrans" cxnId="{1C45CF51-A2FA-451E-BBF4-41C6FF158024}">
      <dgm:prSet/>
      <dgm:spPr/>
      <dgm:t>
        <a:bodyPr/>
        <a:lstStyle/>
        <a:p>
          <a:endParaRPr lang="en-IN"/>
        </a:p>
      </dgm:t>
    </dgm:pt>
    <dgm:pt modelId="{C29C88A0-1B1A-4EE2-B835-AC1378DBAACA}" type="sibTrans" cxnId="{1C45CF51-A2FA-451E-BBF4-41C6FF158024}">
      <dgm:prSet/>
      <dgm:spPr/>
      <dgm:t>
        <a:bodyPr/>
        <a:lstStyle/>
        <a:p>
          <a:endParaRPr lang="en-IN"/>
        </a:p>
      </dgm:t>
    </dgm:pt>
    <dgm:pt modelId="{D91B1BEF-C508-4E28-B4CE-9D1BD4E14AFE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6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Counts</a:t>
          </a:r>
          <a:endParaRPr lang="en-IN" sz="16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BDA6AA6C-AD2E-4A0E-ABF1-C23634696E0A}" type="parTrans" cxnId="{3158F5D8-BD0A-41E5-ADA3-3F76CD4E0967}">
      <dgm:prSet/>
      <dgm:spPr/>
      <dgm:t>
        <a:bodyPr/>
        <a:lstStyle/>
        <a:p>
          <a:endParaRPr lang="en-IN"/>
        </a:p>
      </dgm:t>
    </dgm:pt>
    <dgm:pt modelId="{325893A6-A9E2-4003-B814-FDEDA51E3931}" type="sibTrans" cxnId="{3158F5D8-BD0A-41E5-ADA3-3F76CD4E0967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7C7D9BE8-6213-4AE6-B1AB-DEC8750C1575}">
          <dgm:prSet phldrT="[Text]" custT="1"/>
          <dgm:spPr>
            <a:solidFill>
              <a:schemeClr val="tx1">
                <a:lumMod val="85000"/>
                <a:lumOff val="15000"/>
                <a:alpha val="90000"/>
              </a:schemeClr>
            </a:solidFill>
            <a:ln>
              <a:solidFill>
                <a:schemeClr val="bg2">
                  <a:lumMod val="25000"/>
                  <a:alpha val="90000"/>
                </a:schemeClr>
              </a:solidFill>
            </a:ln>
          </dgm:spPr>
          <dgm:t>
            <a:bodyPr/>
            <a:lstStyle/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Ex: </a:t>
              </a:r>
              <a14:m>
                <m:oMath xmlns:m="http://schemas.openxmlformats.org/officeDocument/2006/math"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𝑃</m:t>
                  </m:r>
                  <m:d>
                    <m:dPr>
                      <m:ctrlP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−1 ,..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𝑡𝑖𝑚𝑒𝑠</m:t>
                      </m:r>
                    </m:e>
                  </m:d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e>
                    <m:sub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sub>
                  </m:sSub>
                </m:oMath>
              </a14:m>
              <a:endParaRPr lang="en-IN" sz="1400" dirty="0">
                <a:solidFill>
                  <a:schemeClr val="bg1"/>
                </a:solidFill>
                <a:latin typeface="+mj-lt"/>
              </a:endParaRPr>
            </a:p>
          </dgm:t>
        </dgm:pt>
      </mc:Choice>
      <mc:Fallback xmlns="">
        <dgm:pt modelId="{7C7D9BE8-6213-4AE6-B1AB-DEC8750C1575}">
          <dgm:prSet phldrT="[Text]" custT="1"/>
          <dgm:spPr>
            <a:solidFill>
              <a:schemeClr val="tx1">
                <a:lumMod val="85000"/>
                <a:lumOff val="15000"/>
                <a:alpha val="90000"/>
              </a:schemeClr>
            </a:solidFill>
            <a:ln>
              <a:solidFill>
                <a:schemeClr val="bg2">
                  <a:lumMod val="25000"/>
                  <a:alpha val="90000"/>
                </a:schemeClr>
              </a:solidFill>
            </a:ln>
          </dgm:spPr>
          <dgm:t>
            <a:bodyPr/>
            <a:lstStyle/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Ex: </a:t>
              </a:r>
              <a:r>
                <a:rPr lang="en-US" sz="1400" b="0" i="0">
                  <a:solidFill>
                    <a:schemeClr val="bg1"/>
                  </a:solidFill>
                  <a:latin typeface="Cambria Math" panose="02040503050406030204" pitchFamily="18" charset="0"/>
                </a:rPr>
                <a:t>𝑃(−1 ,..𝑛 𝑡𝑖𝑚𝑒𝑠)=𝑝_𝑛</a:t>
              </a:r>
              <a:endParaRPr lang="en-IN" sz="1400" dirty="0">
                <a:solidFill>
                  <a:schemeClr val="bg1"/>
                </a:solidFill>
                <a:latin typeface="+mj-lt"/>
              </a:endParaRPr>
            </a:p>
          </dgm:t>
        </dgm:pt>
      </mc:Fallback>
    </mc:AlternateContent>
    <dgm:pt modelId="{CACDF5AD-C572-4020-9594-ABE71C9AE2C2}" type="parTrans" cxnId="{0A28ECAD-05C4-4396-82F6-87F35737A358}">
      <dgm:prSet/>
      <dgm:spPr/>
      <dgm:t>
        <a:bodyPr/>
        <a:lstStyle/>
        <a:p>
          <a:endParaRPr lang="en-IN"/>
        </a:p>
      </dgm:t>
    </dgm:pt>
    <dgm:pt modelId="{7CC2D6E6-B289-467F-96A9-A154D583CF0C}" type="sibTrans" cxnId="{0A28ECAD-05C4-4396-82F6-87F35737A358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F9E84576-7226-4752-8BF8-6858D081E750}">
          <dgm:prSet phldrT="[Text]" custT="1"/>
          <dgm:spPr>
            <a:solidFill>
              <a:schemeClr val="tx1">
                <a:lumMod val="85000"/>
                <a:lumOff val="15000"/>
                <a:alpha val="90000"/>
              </a:schemeClr>
            </a:solidFill>
            <a:ln>
              <a:solidFill>
                <a:schemeClr val="bg2">
                  <a:lumMod val="25000"/>
                  <a:alpha val="90000"/>
                </a:schemeClr>
              </a:solidFill>
            </a:ln>
          </dgm:spPr>
          <dgm:t>
            <a:bodyPr/>
            <a:lstStyle/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Ex: </a:t>
              </a:r>
              <a14:m>
                <m:oMath xmlns:m="http://schemas.openxmlformats.org/officeDocument/2006/math"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−1 ,..</m:t>
                  </m:r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𝑛</m:t>
                  </m:r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 </m:t>
                  </m:r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𝑡𝑖𝑚𝑒𝑠</m:t>
                  </m:r>
                </m:oMath>
              </a14:m>
              <a:r>
                <a:rPr lang="en-IN" sz="1400" dirty="0">
                  <a:solidFill>
                    <a:schemeClr val="bg1"/>
                  </a:solidFill>
                  <a:latin typeface="+mj-lt"/>
                </a:rPr>
                <a:t> = t occurrences </a:t>
              </a:r>
            </a:p>
          </dgm:t>
        </dgm:pt>
      </mc:Choice>
      <mc:Fallback xmlns="">
        <dgm:pt modelId="{F9E84576-7226-4752-8BF8-6858D081E750}">
          <dgm:prSet phldrT="[Text]" custT="1"/>
          <dgm:spPr>
            <a:solidFill>
              <a:schemeClr val="tx1">
                <a:lumMod val="85000"/>
                <a:lumOff val="15000"/>
                <a:alpha val="90000"/>
              </a:schemeClr>
            </a:solidFill>
            <a:ln>
              <a:solidFill>
                <a:schemeClr val="bg2">
                  <a:lumMod val="25000"/>
                  <a:alpha val="90000"/>
                </a:schemeClr>
              </a:solidFill>
            </a:ln>
          </dgm:spPr>
          <dgm:t>
            <a:bodyPr/>
            <a:lstStyle/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Ex: </a:t>
              </a:r>
              <a:r>
                <a:rPr lang="en-US" sz="1400" b="0" i="0">
                  <a:solidFill>
                    <a:schemeClr val="bg1"/>
                  </a:solidFill>
                  <a:latin typeface="Cambria Math" panose="02040503050406030204" pitchFamily="18" charset="0"/>
                </a:rPr>
                <a:t>−1 ,..𝑛 𝑡𝑖𝑚𝑒𝑠</a:t>
              </a:r>
              <a:r>
                <a:rPr lang="en-IN" sz="1400" dirty="0">
                  <a:solidFill>
                    <a:schemeClr val="bg1"/>
                  </a:solidFill>
                  <a:latin typeface="+mj-lt"/>
                </a:rPr>
                <a:t> = t occurrences </a:t>
              </a:r>
            </a:p>
          </dgm:t>
        </dgm:pt>
      </mc:Fallback>
    </mc:AlternateContent>
    <dgm:pt modelId="{872E534B-601D-49C9-8E9B-9E640B32BDE3}" type="parTrans" cxnId="{9F528394-C435-4685-9C30-7427DB3CF433}">
      <dgm:prSet/>
      <dgm:spPr/>
      <dgm:t>
        <a:bodyPr/>
        <a:lstStyle/>
        <a:p>
          <a:endParaRPr lang="en-IN"/>
        </a:p>
      </dgm:t>
    </dgm:pt>
    <dgm:pt modelId="{D3B1B347-DFAF-455A-A07D-A0CC7D799504}" type="sibTrans" cxnId="{9F528394-C435-4685-9C30-7427DB3CF433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A3663B69-0946-44FE-A81E-3D604CB5A78C}">
          <dgm:prSet phldrT="[Text]" custT="1"/>
          <dgm:spPr>
            <a:solidFill>
              <a:schemeClr val="tx1">
                <a:lumMod val="85000"/>
                <a:lumOff val="15000"/>
                <a:alpha val="90000"/>
              </a:schemeClr>
            </a:solidFill>
            <a:ln>
              <a:solidFill>
                <a:schemeClr val="bg2">
                  <a:lumMod val="25000"/>
                  <a:alpha val="90000"/>
                </a:schemeClr>
              </a:solidFill>
            </a:ln>
          </dgm:spPr>
          <dgm:t>
            <a:bodyPr/>
            <a:lstStyle/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Ex: </a:t>
              </a:r>
              <a14:m>
                <m:oMath xmlns:m="http://schemas.openxmlformats.org/officeDocument/2006/math"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𝐸</m:t>
                  </m:r>
                  <m:d>
                    <m:dPr>
                      <m:begChr m:val="["/>
                      <m:endChr m:val="]"/>
                      <m:ctrlP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e>
                  </m:d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= </m:t>
                  </m:r>
                  <m:nary>
                    <m:naryPr>
                      <m:chr m:val="∑"/>
                      <m:supHide m:val="on"/>
                      <m:ctrlP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m:rPr>
                          <m:brk m:alnAt="7"/>
                        </m:rP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sub>
                    <m:sup/>
                    <m:e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</m:nary>
                </m:oMath>
              </a14:m>
              <a:endParaRPr lang="en-IN" sz="1400" dirty="0">
                <a:solidFill>
                  <a:schemeClr val="bg1"/>
                </a:solidFill>
                <a:latin typeface="+mj-lt"/>
              </a:endParaRPr>
            </a:p>
          </dgm:t>
        </dgm:pt>
      </mc:Choice>
      <mc:Fallback xmlns="">
        <dgm:pt modelId="{A3663B69-0946-44FE-A81E-3D604CB5A78C}">
          <dgm:prSet phldrT="[Text]" custT="1"/>
          <dgm:spPr>
            <a:solidFill>
              <a:schemeClr val="tx1">
                <a:lumMod val="85000"/>
                <a:lumOff val="15000"/>
                <a:alpha val="90000"/>
              </a:schemeClr>
            </a:solidFill>
            <a:ln>
              <a:solidFill>
                <a:schemeClr val="bg2">
                  <a:lumMod val="25000"/>
                  <a:alpha val="90000"/>
                </a:schemeClr>
              </a:solidFill>
            </a:ln>
          </dgm:spPr>
          <dgm:t>
            <a:bodyPr/>
            <a:lstStyle/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Ex: </a:t>
              </a:r>
              <a:r>
                <a:rPr lang="en-US" sz="1400" b="0" i="0">
                  <a:solidFill>
                    <a:schemeClr val="bg1"/>
                  </a:solidFill>
                  <a:latin typeface="Cambria Math" panose="02040503050406030204" pitchFamily="18" charset="0"/>
                </a:rPr>
                <a:t>𝐸[𝑀]= ∑_(𝑖∈𝑀)▒〖𝑖⋅𝑃(𝑖)〗</a:t>
              </a:r>
              <a:endParaRPr lang="en-IN" sz="1400" dirty="0">
                <a:solidFill>
                  <a:schemeClr val="bg1"/>
                </a:solidFill>
                <a:latin typeface="+mj-lt"/>
              </a:endParaRPr>
            </a:p>
          </dgm:t>
        </dgm:pt>
      </mc:Fallback>
    </mc:AlternateContent>
    <dgm:pt modelId="{86D75E37-2275-45FF-BF5E-B5ED489766C9}" type="parTrans" cxnId="{36F9194D-07F6-44A5-8D30-9A3A67BC4227}">
      <dgm:prSet/>
      <dgm:spPr/>
      <dgm:t>
        <a:bodyPr/>
        <a:lstStyle/>
        <a:p>
          <a:endParaRPr lang="en-IN"/>
        </a:p>
      </dgm:t>
    </dgm:pt>
    <dgm:pt modelId="{E0CAB97F-DAEE-44CE-94B7-6F77DEDAD6A7}" type="sibTrans" cxnId="{36F9194D-07F6-44A5-8D30-9A3A67BC4227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507D815F-B0BA-4878-BB9A-13E46DF51673}">
          <dgm:prSet phldrT="[Text]" custT="1"/>
          <dgm:spPr>
            <a:solidFill>
              <a:schemeClr val="tx1">
                <a:lumMod val="85000"/>
                <a:lumOff val="15000"/>
                <a:alpha val="90000"/>
              </a:schemeClr>
            </a:solidFill>
            <a:ln>
              <a:solidFill>
                <a:schemeClr val="bg2">
                  <a:lumMod val="25000"/>
                  <a:alpha val="90000"/>
                </a:schemeClr>
              </a:solidFill>
            </a:ln>
          </dgm:spPr>
          <dgm:t>
            <a:bodyPr/>
            <a:lstStyle/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Ex: </a:t>
              </a:r>
              <a14:m>
                <m:oMath xmlns:m="http://schemas.openxmlformats.org/officeDocument/2006/math"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𝐸</m:t>
                  </m:r>
                  <m:d>
                    <m:dPr>
                      <m:begChr m:val="["/>
                      <m:endChr m:val="]"/>
                      <m:ctrlP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e>
                  </m:d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−</m:t>
                  </m:r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𝐸</m:t>
                  </m:r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[</m:t>
                  </m:r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𝑀</m:t>
                  </m:r>
                  <m:r>
                    <a:rPr lang="en-US" sz="1400" b="0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]</m:t>
                  </m:r>
                </m:oMath>
              </a14:m>
              <a:endParaRPr lang="en-IN" sz="1400" dirty="0">
                <a:solidFill>
                  <a:schemeClr val="bg1"/>
                </a:solidFill>
                <a:latin typeface="+mj-lt"/>
              </a:endParaRPr>
            </a:p>
          </dgm:t>
        </dgm:pt>
      </mc:Choice>
      <mc:Fallback xmlns="">
        <dgm:pt modelId="{507D815F-B0BA-4878-BB9A-13E46DF51673}">
          <dgm:prSet phldrT="[Text]" custT="1"/>
          <dgm:spPr>
            <a:solidFill>
              <a:schemeClr val="tx1">
                <a:lumMod val="85000"/>
                <a:lumOff val="15000"/>
                <a:alpha val="90000"/>
              </a:schemeClr>
            </a:solidFill>
            <a:ln>
              <a:solidFill>
                <a:schemeClr val="bg2">
                  <a:lumMod val="25000"/>
                  <a:alpha val="90000"/>
                </a:schemeClr>
              </a:solidFill>
            </a:ln>
          </dgm:spPr>
          <dgm:t>
            <a:bodyPr/>
            <a:lstStyle/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Ex: </a:t>
              </a:r>
              <a:r>
                <a:rPr lang="en-US" sz="1400" b="0" i="0">
                  <a:solidFill>
                    <a:schemeClr val="bg1"/>
                  </a:solidFill>
                  <a:latin typeface="Cambria Math" panose="02040503050406030204" pitchFamily="18" charset="0"/>
                </a:rPr>
                <a:t>𝐸[𝑀^2 ]−𝐸[𝑀]</a:t>
              </a:r>
              <a:endParaRPr lang="en-IN" sz="1400" dirty="0">
                <a:solidFill>
                  <a:schemeClr val="bg1"/>
                </a:solidFill>
                <a:latin typeface="+mj-lt"/>
              </a:endParaRPr>
            </a:p>
          </dgm:t>
        </dgm:pt>
      </mc:Fallback>
    </mc:AlternateContent>
    <dgm:pt modelId="{6834FEBC-FF9F-4F45-BA53-B85CC87FBC43}" type="parTrans" cxnId="{340BC495-0369-49FB-B936-DA155A907978}">
      <dgm:prSet/>
      <dgm:spPr/>
      <dgm:t>
        <a:bodyPr/>
        <a:lstStyle/>
        <a:p>
          <a:endParaRPr lang="en-US"/>
        </a:p>
      </dgm:t>
    </dgm:pt>
    <dgm:pt modelId="{8884C433-7CBA-43FA-8A0F-5B7F9F3EE9E2}" type="sibTrans" cxnId="{340BC495-0369-49FB-B936-DA155A907978}">
      <dgm:prSet/>
      <dgm:spPr/>
      <dgm:t>
        <a:bodyPr/>
        <a:lstStyle/>
        <a:p>
          <a:endParaRPr lang="en-US"/>
        </a:p>
      </dgm:t>
    </dgm:pt>
    <dgm:pt modelId="{86FAE20E-07CC-46A7-B1CF-ECF7E4B11A16}" type="pres">
      <dgm:prSet presAssocID="{CE2A2A69-32D8-45F2-823D-3828A06B1BDA}" presName="Name0" presStyleCnt="0">
        <dgm:presLayoutVars>
          <dgm:dir/>
          <dgm:animLvl val="lvl"/>
          <dgm:resizeHandles val="exact"/>
        </dgm:presLayoutVars>
      </dgm:prSet>
      <dgm:spPr/>
    </dgm:pt>
    <dgm:pt modelId="{F874BDA6-371D-440B-9EA2-22D234C98DB6}" type="pres">
      <dgm:prSet presAssocID="{D91B1BEF-C508-4E28-B4CE-9D1BD4E14AFE}" presName="composite" presStyleCnt="0"/>
      <dgm:spPr/>
    </dgm:pt>
    <dgm:pt modelId="{0086F6FC-C611-4BF3-A556-9E065725F22D}" type="pres">
      <dgm:prSet presAssocID="{D91B1BEF-C508-4E28-B4CE-9D1BD4E14AFE}" presName="parTx" presStyleLbl="alignNode1" presStyleIdx="0" presStyleCnt="4" custScaleY="49765" custLinFactNeighborY="-27429">
        <dgm:presLayoutVars>
          <dgm:chMax val="0"/>
          <dgm:chPref val="0"/>
          <dgm:bulletEnabled val="1"/>
        </dgm:presLayoutVars>
      </dgm:prSet>
      <dgm:spPr/>
    </dgm:pt>
    <dgm:pt modelId="{24A78B10-1122-456B-A4D1-CD4B007FD4FB}" type="pres">
      <dgm:prSet presAssocID="{D91B1BEF-C508-4E28-B4CE-9D1BD4E14AFE}" presName="desTx" presStyleLbl="alignAccFollowNode1" presStyleIdx="0" presStyleCnt="4">
        <dgm:presLayoutVars>
          <dgm:bulletEnabled val="1"/>
        </dgm:presLayoutVars>
      </dgm:prSet>
      <dgm:spPr/>
    </dgm:pt>
    <dgm:pt modelId="{DA3FC855-9850-43F5-81E3-15435EF81C2B}" type="pres">
      <dgm:prSet presAssocID="{325893A6-A9E2-4003-B814-FDEDA51E3931}" presName="space" presStyleCnt="0"/>
      <dgm:spPr/>
    </dgm:pt>
    <dgm:pt modelId="{A947B7E8-51FD-4285-8427-F43B5F31F45B}" type="pres">
      <dgm:prSet presAssocID="{503736C0-8B55-4DB2-8614-96F8F55F05AB}" presName="composite" presStyleCnt="0"/>
      <dgm:spPr/>
    </dgm:pt>
    <dgm:pt modelId="{18BC538E-27CD-495D-96E0-7A5F9F105C4D}" type="pres">
      <dgm:prSet presAssocID="{503736C0-8B55-4DB2-8614-96F8F55F05AB}" presName="parTx" presStyleLbl="alignNode1" presStyleIdx="1" presStyleCnt="4" custScaleY="49765" custLinFactNeighborY="-27429">
        <dgm:presLayoutVars>
          <dgm:chMax val="0"/>
          <dgm:chPref val="0"/>
          <dgm:bulletEnabled val="1"/>
        </dgm:presLayoutVars>
      </dgm:prSet>
      <dgm:spPr/>
    </dgm:pt>
    <dgm:pt modelId="{388101F0-ACF0-4A7F-9616-9EAFD8CF0E04}" type="pres">
      <dgm:prSet presAssocID="{503736C0-8B55-4DB2-8614-96F8F55F05AB}" presName="desTx" presStyleLbl="alignAccFollowNode1" presStyleIdx="1" presStyleCnt="4">
        <dgm:presLayoutVars>
          <dgm:bulletEnabled val="1"/>
        </dgm:presLayoutVars>
      </dgm:prSet>
      <dgm:spPr/>
    </dgm:pt>
    <dgm:pt modelId="{AA72AAC6-95D1-4561-B877-229ED0299247}" type="pres">
      <dgm:prSet presAssocID="{F5CB56F8-49F4-48A7-99A6-86FEC0A507CA}" presName="space" presStyleCnt="0"/>
      <dgm:spPr/>
    </dgm:pt>
    <dgm:pt modelId="{CAE913DB-CF45-4AE6-8836-31C29871E510}" type="pres">
      <dgm:prSet presAssocID="{AF7959F6-2AB3-4E8F-8FAB-5AC41BEF2316}" presName="composite" presStyleCnt="0"/>
      <dgm:spPr/>
    </dgm:pt>
    <dgm:pt modelId="{8FFD9967-80FA-47CC-ACE3-A49408D80A7D}" type="pres">
      <dgm:prSet presAssocID="{AF7959F6-2AB3-4E8F-8FAB-5AC41BEF2316}" presName="parTx" presStyleLbl="alignNode1" presStyleIdx="2" presStyleCnt="4" custScaleY="49765" custLinFactNeighborY="-27429">
        <dgm:presLayoutVars>
          <dgm:chMax val="0"/>
          <dgm:chPref val="0"/>
          <dgm:bulletEnabled val="1"/>
        </dgm:presLayoutVars>
      </dgm:prSet>
      <dgm:spPr/>
    </dgm:pt>
    <dgm:pt modelId="{0D8F0945-6F19-4F22-984A-66F794A9D2B4}" type="pres">
      <dgm:prSet presAssocID="{AF7959F6-2AB3-4E8F-8FAB-5AC41BEF2316}" presName="desTx" presStyleLbl="alignAccFollowNode1" presStyleIdx="2" presStyleCnt="4">
        <dgm:presLayoutVars>
          <dgm:bulletEnabled val="1"/>
        </dgm:presLayoutVars>
      </dgm:prSet>
      <dgm:spPr/>
    </dgm:pt>
    <dgm:pt modelId="{2352C1E5-FAED-4C9A-9DB0-5427DB57075B}" type="pres">
      <dgm:prSet presAssocID="{E30E8709-E4F6-4D95-92F5-40085CAEAC87}" presName="space" presStyleCnt="0"/>
      <dgm:spPr/>
    </dgm:pt>
    <dgm:pt modelId="{1A3D2519-0AC1-47A9-86D0-B9A35AE076BE}" type="pres">
      <dgm:prSet presAssocID="{AFE0A9C9-A3B4-4D0C-8B18-B23DAF40509B}" presName="composite" presStyleCnt="0"/>
      <dgm:spPr/>
    </dgm:pt>
    <dgm:pt modelId="{5C17090D-F5EB-4A2B-8732-60EEF116F2CA}" type="pres">
      <dgm:prSet presAssocID="{AFE0A9C9-A3B4-4D0C-8B18-B23DAF40509B}" presName="parTx" presStyleLbl="alignNode1" presStyleIdx="3" presStyleCnt="4" custScaleY="49765" custLinFactNeighborY="-27429">
        <dgm:presLayoutVars>
          <dgm:chMax val="0"/>
          <dgm:chPref val="0"/>
          <dgm:bulletEnabled val="1"/>
        </dgm:presLayoutVars>
      </dgm:prSet>
      <dgm:spPr/>
    </dgm:pt>
    <dgm:pt modelId="{B834644C-1AFA-44DD-ADE2-7B7A2B03962D}" type="pres">
      <dgm:prSet presAssocID="{AFE0A9C9-A3B4-4D0C-8B18-B23DAF40509B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A58F906-E38C-4F6A-A95D-3835809DA87C}" srcId="{AF7959F6-2AB3-4E8F-8FAB-5AC41BEF2316}" destId="{BB5AD210-EE40-4F11-8507-EC1438061CFF}" srcOrd="0" destOrd="0" parTransId="{FE9DDA14-7291-40EA-812E-95A7DE151BD4}" sibTransId="{DB8183B0-3EB8-44F4-A1E8-29833F692757}"/>
    <dgm:cxn modelId="{8D20A115-9E04-4A71-ABAB-85D0B8D06675}" type="presOf" srcId="{7C7D9BE8-6213-4AE6-B1AB-DEC8750C1575}" destId="{388101F0-ACF0-4A7F-9616-9EAFD8CF0E04}" srcOrd="0" destOrd="1" presId="urn:microsoft.com/office/officeart/2005/8/layout/hList1"/>
    <dgm:cxn modelId="{276B5E1D-F336-4949-8CCA-2F85959E16E6}" srcId="{CE2A2A69-32D8-45F2-823D-3828A06B1BDA}" destId="{503736C0-8B55-4DB2-8614-96F8F55F05AB}" srcOrd="1" destOrd="0" parTransId="{8F20A4EC-9264-42E9-B40B-DCAB6FFAD388}" sibTransId="{F5CB56F8-49F4-48A7-99A6-86FEC0A507CA}"/>
    <dgm:cxn modelId="{FF8AA41F-698F-423D-9B9D-9284F47E018B}" srcId="{AFE0A9C9-A3B4-4D0C-8B18-B23DAF40509B}" destId="{D62C8650-C16B-4734-B4AB-F42449CD5A26}" srcOrd="0" destOrd="0" parTransId="{CF42BF72-A038-4F51-B790-CA418668F398}" sibTransId="{C02BA398-03C0-4606-B40C-1E76FB903543}"/>
    <dgm:cxn modelId="{98C8EC28-BAB3-4976-831D-F062FE651170}" srcId="{503736C0-8B55-4DB2-8614-96F8F55F05AB}" destId="{EE12E5F1-8A7E-4A99-A540-49AFD386579A}" srcOrd="0" destOrd="0" parTransId="{C36F8B17-5EA4-4BF6-9E98-B451FF4CCA48}" sibTransId="{38EF29DD-1342-44E0-9C0C-2FC9062C14A6}"/>
    <dgm:cxn modelId="{5DF0A030-9654-44C0-8A89-D5DDD346DC1D}" type="presOf" srcId="{BB5AD210-EE40-4F11-8507-EC1438061CFF}" destId="{0D8F0945-6F19-4F22-984A-66F794A9D2B4}" srcOrd="0" destOrd="0" presId="urn:microsoft.com/office/officeart/2005/8/layout/hList1"/>
    <dgm:cxn modelId="{2ED9AD3A-A557-4DB4-A50A-5D956C7F9423}" type="presOf" srcId="{22351E66-A88F-4744-B6F8-081B0156D11A}" destId="{24A78B10-1122-456B-A4D1-CD4B007FD4FB}" srcOrd="0" destOrd="0" presId="urn:microsoft.com/office/officeart/2005/8/layout/hList1"/>
    <dgm:cxn modelId="{09D6D440-3AB2-4810-8D20-B7B03BF2BC6B}" srcId="{CE2A2A69-32D8-45F2-823D-3828A06B1BDA}" destId="{AFE0A9C9-A3B4-4D0C-8B18-B23DAF40509B}" srcOrd="3" destOrd="0" parTransId="{DB841BC2-D3AF-4ED3-8A5C-4F3889C04536}" sibTransId="{036E00A3-46E0-4C43-91ED-411B2325318E}"/>
    <dgm:cxn modelId="{A6FAA342-02FF-4922-BC79-B6FD4EFF01B7}" type="presOf" srcId="{AFE0A9C9-A3B4-4D0C-8B18-B23DAF40509B}" destId="{5C17090D-F5EB-4A2B-8732-60EEF116F2CA}" srcOrd="0" destOrd="0" presId="urn:microsoft.com/office/officeart/2005/8/layout/hList1"/>
    <dgm:cxn modelId="{8D978544-3481-4A44-989D-D20835F80A3E}" type="presOf" srcId="{CE2A2A69-32D8-45F2-823D-3828A06B1BDA}" destId="{86FAE20E-07CC-46A7-B1CF-ECF7E4B11A16}" srcOrd="0" destOrd="0" presId="urn:microsoft.com/office/officeart/2005/8/layout/hList1"/>
    <dgm:cxn modelId="{36F9194D-07F6-44A5-8D30-9A3A67BC4227}" srcId="{AF7959F6-2AB3-4E8F-8FAB-5AC41BEF2316}" destId="{A3663B69-0946-44FE-A81E-3D604CB5A78C}" srcOrd="1" destOrd="0" parTransId="{86D75E37-2275-45FF-BF5E-B5ED489766C9}" sibTransId="{E0CAB97F-DAEE-44CE-94B7-6F77DEDAD6A7}"/>
    <dgm:cxn modelId="{1C45CF51-A2FA-451E-BBF4-41C6FF158024}" srcId="{D91B1BEF-C508-4E28-B4CE-9D1BD4E14AFE}" destId="{22351E66-A88F-4744-B6F8-081B0156D11A}" srcOrd="0" destOrd="0" parTransId="{664E3330-5B88-4297-90A8-88AD487E5540}" sibTransId="{C29C88A0-1B1A-4EE2-B835-AC1378DBAACA}"/>
    <dgm:cxn modelId="{F94F137C-2114-4F40-B828-D5A6AEC9CC37}" type="presOf" srcId="{EE12E5F1-8A7E-4A99-A540-49AFD386579A}" destId="{388101F0-ACF0-4A7F-9616-9EAFD8CF0E04}" srcOrd="0" destOrd="0" presId="urn:microsoft.com/office/officeart/2005/8/layout/hList1"/>
    <dgm:cxn modelId="{9F528394-C435-4685-9C30-7427DB3CF433}" srcId="{D91B1BEF-C508-4E28-B4CE-9D1BD4E14AFE}" destId="{F9E84576-7226-4752-8BF8-6858D081E750}" srcOrd="1" destOrd="0" parTransId="{872E534B-601D-49C9-8E9B-9E640B32BDE3}" sibTransId="{D3B1B347-DFAF-455A-A07D-A0CC7D799504}"/>
    <dgm:cxn modelId="{B7F15F95-E4ED-4BD8-B954-FBE72E8094F7}" type="presOf" srcId="{AF7959F6-2AB3-4E8F-8FAB-5AC41BEF2316}" destId="{8FFD9967-80FA-47CC-ACE3-A49408D80A7D}" srcOrd="0" destOrd="0" presId="urn:microsoft.com/office/officeart/2005/8/layout/hList1"/>
    <dgm:cxn modelId="{340BC495-0369-49FB-B936-DA155A907978}" srcId="{AFE0A9C9-A3B4-4D0C-8B18-B23DAF40509B}" destId="{507D815F-B0BA-4878-BB9A-13E46DF51673}" srcOrd="1" destOrd="0" parTransId="{6834FEBC-FF9F-4F45-BA53-B85CC87FBC43}" sibTransId="{8884C433-7CBA-43FA-8A0F-5B7F9F3EE9E2}"/>
    <dgm:cxn modelId="{C538CF97-4971-4ACA-864F-B97F4624ADB1}" type="presOf" srcId="{F9E84576-7226-4752-8BF8-6858D081E750}" destId="{24A78B10-1122-456B-A4D1-CD4B007FD4FB}" srcOrd="0" destOrd="1" presId="urn:microsoft.com/office/officeart/2005/8/layout/hList1"/>
    <dgm:cxn modelId="{DBFBAFAB-8756-48BE-AC4A-D1FD6F97A6F3}" type="presOf" srcId="{A3663B69-0946-44FE-A81E-3D604CB5A78C}" destId="{0D8F0945-6F19-4F22-984A-66F794A9D2B4}" srcOrd="0" destOrd="1" presId="urn:microsoft.com/office/officeart/2005/8/layout/hList1"/>
    <dgm:cxn modelId="{0A28ECAD-05C4-4396-82F6-87F35737A358}" srcId="{503736C0-8B55-4DB2-8614-96F8F55F05AB}" destId="{7C7D9BE8-6213-4AE6-B1AB-DEC8750C1575}" srcOrd="1" destOrd="0" parTransId="{CACDF5AD-C572-4020-9594-ABE71C9AE2C2}" sibTransId="{7CC2D6E6-B289-467F-96A9-A154D583CF0C}"/>
    <dgm:cxn modelId="{F8C908B3-2E1B-4C00-A263-2EDBCB2CBD60}" type="presOf" srcId="{507D815F-B0BA-4878-BB9A-13E46DF51673}" destId="{B834644C-1AFA-44DD-ADE2-7B7A2B03962D}" srcOrd="0" destOrd="1" presId="urn:microsoft.com/office/officeart/2005/8/layout/hList1"/>
    <dgm:cxn modelId="{22A0B5C7-DB9C-4B9A-82F8-1A567511BA2E}" type="presOf" srcId="{D91B1BEF-C508-4E28-B4CE-9D1BD4E14AFE}" destId="{0086F6FC-C611-4BF3-A556-9E065725F22D}" srcOrd="0" destOrd="0" presId="urn:microsoft.com/office/officeart/2005/8/layout/hList1"/>
    <dgm:cxn modelId="{62C849D2-9A36-4014-8D8F-4E074F2D6618}" type="presOf" srcId="{D62C8650-C16B-4734-B4AB-F42449CD5A26}" destId="{B834644C-1AFA-44DD-ADE2-7B7A2B03962D}" srcOrd="0" destOrd="0" presId="urn:microsoft.com/office/officeart/2005/8/layout/hList1"/>
    <dgm:cxn modelId="{3158F5D8-BD0A-41E5-ADA3-3F76CD4E0967}" srcId="{CE2A2A69-32D8-45F2-823D-3828A06B1BDA}" destId="{D91B1BEF-C508-4E28-B4CE-9D1BD4E14AFE}" srcOrd="0" destOrd="0" parTransId="{BDA6AA6C-AD2E-4A0E-ABF1-C23634696E0A}" sibTransId="{325893A6-A9E2-4003-B814-FDEDA51E3931}"/>
    <dgm:cxn modelId="{C5A4FCE9-B5AE-442D-A65F-10B38466DADF}" type="presOf" srcId="{503736C0-8B55-4DB2-8614-96F8F55F05AB}" destId="{18BC538E-27CD-495D-96E0-7A5F9F105C4D}" srcOrd="0" destOrd="0" presId="urn:microsoft.com/office/officeart/2005/8/layout/hList1"/>
    <dgm:cxn modelId="{3DDA67F6-4B32-412B-9EC0-6DB3999E22C2}" srcId="{CE2A2A69-32D8-45F2-823D-3828A06B1BDA}" destId="{AF7959F6-2AB3-4E8F-8FAB-5AC41BEF2316}" srcOrd="2" destOrd="0" parTransId="{DB6F49ED-FD21-4ECB-BD74-EDA71CDA5B3D}" sibTransId="{E30E8709-E4F6-4D95-92F5-40085CAEAC87}"/>
    <dgm:cxn modelId="{F7F115CE-1B18-43C9-AC47-AD2E51827847}" type="presParOf" srcId="{86FAE20E-07CC-46A7-B1CF-ECF7E4B11A16}" destId="{F874BDA6-371D-440B-9EA2-22D234C98DB6}" srcOrd="0" destOrd="0" presId="urn:microsoft.com/office/officeart/2005/8/layout/hList1"/>
    <dgm:cxn modelId="{E7E6A97A-DD7F-4F85-BA4D-DA6A4C42EEB0}" type="presParOf" srcId="{F874BDA6-371D-440B-9EA2-22D234C98DB6}" destId="{0086F6FC-C611-4BF3-A556-9E065725F22D}" srcOrd="0" destOrd="0" presId="urn:microsoft.com/office/officeart/2005/8/layout/hList1"/>
    <dgm:cxn modelId="{483C0F64-39CE-4295-AE25-5A69AEE6DFE0}" type="presParOf" srcId="{F874BDA6-371D-440B-9EA2-22D234C98DB6}" destId="{24A78B10-1122-456B-A4D1-CD4B007FD4FB}" srcOrd="1" destOrd="0" presId="urn:microsoft.com/office/officeart/2005/8/layout/hList1"/>
    <dgm:cxn modelId="{097D4224-EA77-4295-8198-AC85C4451657}" type="presParOf" srcId="{86FAE20E-07CC-46A7-B1CF-ECF7E4B11A16}" destId="{DA3FC855-9850-43F5-81E3-15435EF81C2B}" srcOrd="1" destOrd="0" presId="urn:microsoft.com/office/officeart/2005/8/layout/hList1"/>
    <dgm:cxn modelId="{0F23BF63-516A-451F-8B90-020B103BD6FD}" type="presParOf" srcId="{86FAE20E-07CC-46A7-B1CF-ECF7E4B11A16}" destId="{A947B7E8-51FD-4285-8427-F43B5F31F45B}" srcOrd="2" destOrd="0" presId="urn:microsoft.com/office/officeart/2005/8/layout/hList1"/>
    <dgm:cxn modelId="{97644F49-6209-4340-A175-95DE700AEA87}" type="presParOf" srcId="{A947B7E8-51FD-4285-8427-F43B5F31F45B}" destId="{18BC538E-27CD-495D-96E0-7A5F9F105C4D}" srcOrd="0" destOrd="0" presId="urn:microsoft.com/office/officeart/2005/8/layout/hList1"/>
    <dgm:cxn modelId="{2542D372-2CC7-4B02-9F18-B85B7214629F}" type="presParOf" srcId="{A947B7E8-51FD-4285-8427-F43B5F31F45B}" destId="{388101F0-ACF0-4A7F-9616-9EAFD8CF0E04}" srcOrd="1" destOrd="0" presId="urn:microsoft.com/office/officeart/2005/8/layout/hList1"/>
    <dgm:cxn modelId="{6D3D77FD-7F68-4827-81C9-D8F308169911}" type="presParOf" srcId="{86FAE20E-07CC-46A7-B1CF-ECF7E4B11A16}" destId="{AA72AAC6-95D1-4561-B877-229ED0299247}" srcOrd="3" destOrd="0" presId="urn:microsoft.com/office/officeart/2005/8/layout/hList1"/>
    <dgm:cxn modelId="{7795974C-742A-41AB-9FB7-A16321A969EC}" type="presParOf" srcId="{86FAE20E-07CC-46A7-B1CF-ECF7E4B11A16}" destId="{CAE913DB-CF45-4AE6-8836-31C29871E510}" srcOrd="4" destOrd="0" presId="urn:microsoft.com/office/officeart/2005/8/layout/hList1"/>
    <dgm:cxn modelId="{23612C2A-25AE-40DA-9A02-2FE8405B7BA6}" type="presParOf" srcId="{CAE913DB-CF45-4AE6-8836-31C29871E510}" destId="{8FFD9967-80FA-47CC-ACE3-A49408D80A7D}" srcOrd="0" destOrd="0" presId="urn:microsoft.com/office/officeart/2005/8/layout/hList1"/>
    <dgm:cxn modelId="{F334B120-752C-4879-9FF1-BCB220E4232E}" type="presParOf" srcId="{CAE913DB-CF45-4AE6-8836-31C29871E510}" destId="{0D8F0945-6F19-4F22-984A-66F794A9D2B4}" srcOrd="1" destOrd="0" presId="urn:microsoft.com/office/officeart/2005/8/layout/hList1"/>
    <dgm:cxn modelId="{653517FE-06F4-4E9B-B5B4-29684A0E19A3}" type="presParOf" srcId="{86FAE20E-07CC-46A7-B1CF-ECF7E4B11A16}" destId="{2352C1E5-FAED-4C9A-9DB0-5427DB57075B}" srcOrd="5" destOrd="0" presId="urn:microsoft.com/office/officeart/2005/8/layout/hList1"/>
    <dgm:cxn modelId="{34FC70CD-DFAB-4B9F-AD25-512A8530C405}" type="presParOf" srcId="{86FAE20E-07CC-46A7-B1CF-ECF7E4B11A16}" destId="{1A3D2519-0AC1-47A9-86D0-B9A35AE076BE}" srcOrd="6" destOrd="0" presId="urn:microsoft.com/office/officeart/2005/8/layout/hList1"/>
    <dgm:cxn modelId="{D8B75DAB-09D1-4312-A950-224F12CD05E4}" type="presParOf" srcId="{1A3D2519-0AC1-47A9-86D0-B9A35AE076BE}" destId="{5C17090D-F5EB-4A2B-8732-60EEF116F2CA}" srcOrd="0" destOrd="0" presId="urn:microsoft.com/office/officeart/2005/8/layout/hList1"/>
    <dgm:cxn modelId="{DBBA47BA-80B9-4BBB-B9BB-8F5341406F2D}" type="presParOf" srcId="{1A3D2519-0AC1-47A9-86D0-B9A35AE076BE}" destId="{B834644C-1AFA-44DD-ADE2-7B7A2B03962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8F6CD0-C48E-45F0-A75C-A650C77B7136}" type="doc">
      <dgm:prSet loTypeId="urn:diagrams.loki3.com/Bracket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8B3F8BA7-6CD9-4677-9D0D-E90980144898}">
      <dgm:prSet phldrT="[Text]" custT="1"/>
      <dgm:spPr>
        <a:noFill/>
        <a:ln>
          <a:noFill/>
        </a:ln>
      </dgm:spPr>
      <dgm:t>
        <a:bodyPr/>
        <a:lstStyle/>
        <a:p>
          <a:r>
            <a:rPr lang="en-IN" sz="1800" b="0" i="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Dimensions</a:t>
          </a:r>
          <a:endParaRPr lang="en-IN" sz="2000" b="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7C01C457-B627-4B43-A276-4AE2966001B8}" type="parTrans" cxnId="{B8B66B6E-00FF-4FE5-8619-863289A5300B}">
      <dgm:prSet/>
      <dgm:spPr/>
      <dgm:t>
        <a:bodyPr/>
        <a:lstStyle/>
        <a:p>
          <a:endParaRPr lang="en-IN"/>
        </a:p>
      </dgm:t>
    </dgm:pt>
    <dgm:pt modelId="{3E922D61-C4A0-4FFA-BED8-5BBF3E1B1742}" type="sibTrans" cxnId="{B8B66B6E-00FF-4FE5-8619-863289A5300B}">
      <dgm:prSet/>
      <dgm:spPr/>
      <dgm:t>
        <a:bodyPr/>
        <a:lstStyle/>
        <a:p>
          <a:endParaRPr lang="en-IN"/>
        </a:p>
      </dgm:t>
    </dgm:pt>
    <dgm:pt modelId="{BCBD7997-D347-4FD7-963A-E635B6676E07}">
      <dgm:prSet phldrT="[Text]" custT="1"/>
      <dgm:spPr>
        <a:noFill/>
        <a:ln>
          <a:noFill/>
        </a:ln>
      </dgm:spPr>
      <dgm:t>
        <a:bodyPr/>
        <a:lstStyle/>
        <a:p>
          <a:r>
            <a:rPr lang="en-IN" sz="18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Associativity</a:t>
          </a:r>
          <a:endParaRPr lang="en-IN" sz="20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6371DAB7-7765-4268-B34F-F4D626D69B31}" type="parTrans" cxnId="{6EC3CBD8-C728-4007-BD0A-328603CFEB14}">
      <dgm:prSet/>
      <dgm:spPr/>
      <dgm:t>
        <a:bodyPr/>
        <a:lstStyle/>
        <a:p>
          <a:endParaRPr lang="en-IN"/>
        </a:p>
      </dgm:t>
    </dgm:pt>
    <dgm:pt modelId="{BB9088BE-2889-4B8B-B6A4-1BDF9FF256F3}" type="sibTrans" cxnId="{6EC3CBD8-C728-4007-BD0A-328603CFEB14}">
      <dgm:prSet/>
      <dgm:spPr/>
      <dgm:t>
        <a:bodyPr/>
        <a:lstStyle/>
        <a:p>
          <a:endParaRPr lang="en-IN"/>
        </a:p>
      </dgm:t>
    </dgm:pt>
    <dgm:pt modelId="{0C67E078-92C8-45D0-899A-B919EA8C971F}">
      <dgm:prSet phldrT="[Text]" custT="1"/>
      <dgm:spPr>
        <a:noFill/>
        <a:ln>
          <a:noFill/>
        </a:ln>
      </dgm:spPr>
      <dgm:t>
        <a:bodyPr/>
        <a:lstStyle/>
        <a:p>
          <a:r>
            <a:rPr lang="en-IN" sz="18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Commutativity</a:t>
          </a:r>
          <a:r>
            <a:rPr lang="en-IN" sz="20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 </a:t>
          </a:r>
        </a:p>
      </dgm:t>
    </dgm:pt>
    <dgm:pt modelId="{5B2FCF97-DC7E-40CC-88A6-2B2AB8991563}" type="parTrans" cxnId="{F12B50B4-3B95-4331-949A-A31ACF0DF44D}">
      <dgm:prSet/>
      <dgm:spPr/>
      <dgm:t>
        <a:bodyPr/>
        <a:lstStyle/>
        <a:p>
          <a:endParaRPr lang="en-IN"/>
        </a:p>
      </dgm:t>
    </dgm:pt>
    <dgm:pt modelId="{F5EC4ED1-9798-4A00-AC8B-D98CA298C3FD}" type="sibTrans" cxnId="{F12B50B4-3B95-4331-949A-A31ACF0DF44D}">
      <dgm:prSet/>
      <dgm:spPr/>
      <dgm:t>
        <a:bodyPr/>
        <a:lstStyle/>
        <a:p>
          <a:endParaRPr lang="en-IN"/>
        </a:p>
      </dgm:t>
    </dgm:pt>
    <dgm:pt modelId="{77DEBAEA-F640-44CB-B196-766408897B82}">
      <dgm:prSet phldrT="[Text]" custT="1"/>
      <dgm:spPr>
        <a:noFill/>
        <a:ln>
          <a:noFill/>
        </a:ln>
      </dgm:spPr>
      <dgm:t>
        <a:bodyPr/>
        <a:lstStyle/>
        <a:p>
          <a:r>
            <a: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Tensor Product of Linear Map</a:t>
          </a:r>
        </a:p>
      </dgm:t>
    </dgm:pt>
    <dgm:pt modelId="{68D843D9-BCCE-431B-89AF-27C6BCAE3268}" type="parTrans" cxnId="{F98DDFC8-C174-42FD-AFE8-451BC884E829}">
      <dgm:prSet/>
      <dgm:spPr/>
      <dgm:t>
        <a:bodyPr/>
        <a:lstStyle/>
        <a:p>
          <a:endParaRPr lang="en-IN"/>
        </a:p>
      </dgm:t>
    </dgm:pt>
    <dgm:pt modelId="{427B7377-45D7-41E8-8A3E-4D7A3FE7AA49}" type="sibTrans" cxnId="{F98DDFC8-C174-42FD-AFE8-451BC884E829}">
      <dgm:prSet/>
      <dgm:spPr/>
      <dgm:t>
        <a:bodyPr/>
        <a:lstStyle/>
        <a:p>
          <a:endParaRPr lang="en-IN"/>
        </a:p>
      </dgm:t>
    </dgm:pt>
    <dgm:pt modelId="{5CF14B1E-B3FC-4EBC-8E3E-F487072CD42D}">
      <dgm:prSet phldrT="[Text]" custT="1"/>
      <dgm:spPr>
        <a:solidFill>
          <a:schemeClr val="bg2">
            <a:lumMod val="25000"/>
          </a:schemeClr>
        </a:solidFill>
        <a:ln>
          <a:noFill/>
        </a:ln>
      </dgm:spPr>
      <dgm:t>
        <a:bodyPr/>
        <a:lstStyle/>
        <a:p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If </a:t>
          </a:r>
          <a:r>
            <a:rPr lang="en-US" sz="14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V</a:t>
          </a:r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 and </a:t>
          </a:r>
          <a:r>
            <a:rPr lang="en-US" sz="14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W</a:t>
          </a:r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 are vectors spaces of finite dimension, then V⊗W is finite-dimensional, and its dimension is the product of the dimensions of </a:t>
          </a:r>
          <a:r>
            <a:rPr lang="en-US" sz="14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V</a:t>
          </a:r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 and </a:t>
          </a:r>
          <a:r>
            <a:rPr lang="en-US" sz="14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W</a:t>
          </a:r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400" dirty="0"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gm:t>
    </dgm:pt>
    <dgm:pt modelId="{D0A6D83F-8143-4A6D-8243-ADD86F8DA2CB}" type="parTrans" cxnId="{944C6819-B471-4D75-817F-804C62E759EE}">
      <dgm:prSet/>
      <dgm:spPr/>
      <dgm:t>
        <a:bodyPr/>
        <a:lstStyle/>
        <a:p>
          <a:endParaRPr lang="en-IN"/>
        </a:p>
      </dgm:t>
    </dgm:pt>
    <dgm:pt modelId="{B9AEED12-B497-4C78-BC82-392D08831DA9}" type="sibTrans" cxnId="{944C6819-B471-4D75-817F-804C62E759EE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7FB98D1C-1C39-466F-A8FC-DD432F9F2C65}">
          <dgm:prSet phldrT="[Text]" custT="1"/>
          <dgm:spPr>
            <a:solidFill>
              <a:schemeClr val="bg2">
                <a:lumMod val="25000"/>
              </a:schemeClr>
            </a:solidFill>
            <a:ln>
              <a:noFill/>
            </a:ln>
          </dgm:spPr>
          <dgm:t>
            <a:bodyPr/>
            <a:lstStyle/>
            <a:p>
              <a:r>
                <a:rPr lang="en-US" sz="1400" b="0" i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tensor product is associative in the sense that, given three vector spaces ⁠U,V,W⁠, there is a canonical isomorphism </a:t>
              </a:r>
              <a14:m>
                <m:oMath xmlns:m="http://schemas.openxmlformats.org/officeDocument/2006/math">
                  <m:d>
                    <m:dPr>
                      <m:ctrlPr>
                        <a:rPr lang="en-IN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r>
                        <a:rPr lang="en-IN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⊗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e>
                  </m:d>
                  <m:r>
                    <a:rPr lang="en-IN" sz="1400" b="0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⊗</m:t>
                  </m:r>
                  <m:r>
                    <a:rPr lang="en-IN" sz="1400" b="0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𝑊</m:t>
                  </m:r>
                  <m:r>
                    <a:rPr lang="en-IN" sz="1400" b="0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≅</m:t>
                  </m:r>
                  <m:r>
                    <a:rPr lang="en-IN" sz="14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𝑈</m:t>
                  </m:r>
                  <m:r>
                    <a:rPr lang="en-IN" sz="14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⊗(</m:t>
                  </m:r>
                  <m:r>
                    <a:rPr lang="en-IN" sz="14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𝑉</m:t>
                  </m:r>
                  <m:r>
                    <a:rPr lang="en-IN" sz="14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⊗</m:t>
                  </m:r>
                  <m:r>
                    <a:rPr lang="en-IN" sz="14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𝑊</m:t>
                  </m:r>
                  <m:r>
                    <a:rPr lang="en-IN" sz="14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endParaRPr lang="en-IN" sz="1400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7FB98D1C-1C39-466F-A8FC-DD432F9F2C65}">
          <dgm:prSet phldrT="[Text]" custT="1"/>
          <dgm:spPr>
            <a:solidFill>
              <a:schemeClr val="bg2">
                <a:lumMod val="25000"/>
              </a:schemeClr>
            </a:solidFill>
            <a:ln>
              <a:noFill/>
            </a:ln>
          </dgm:spPr>
          <dgm:t>
            <a:bodyPr/>
            <a:lstStyle/>
            <a:p>
              <a:r>
                <a:rPr lang="en-US" sz="1400" b="0" i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tensor product is associative in the sense that, given three vector spaces ⁠U,V,W⁠, there is a canonical isomorphism </a:t>
              </a:r>
              <a:r>
                <a:rPr lang="en-IN" sz="1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(𝑈⊗𝑉)⊗𝑊 ≅</a:t>
              </a:r>
              <a:r>
                <a:rPr lang="en-IN" sz="14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𝑈⊗(𝑉⊗𝑊)</a:t>
              </a:r>
              <a:endParaRPr lang="en-IN" sz="1400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E2734599-C9C8-496A-9320-15C1DB80DB21}" type="parTrans" cxnId="{A0169A45-FC03-4E51-B4B9-539D2D9BC41A}">
      <dgm:prSet/>
      <dgm:spPr/>
      <dgm:t>
        <a:bodyPr/>
        <a:lstStyle/>
        <a:p>
          <a:endParaRPr lang="en-IN"/>
        </a:p>
      </dgm:t>
    </dgm:pt>
    <dgm:pt modelId="{E21BFBFB-7905-4965-847C-8B4FB71F2164}" type="sibTrans" cxnId="{A0169A45-FC03-4E51-B4B9-539D2D9BC41A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D66946F2-441F-4EEF-A64F-AA3599ABB252}">
          <dgm:prSet phldrT="[Text]" custT="1"/>
          <dgm:spPr>
            <a:solidFill>
              <a:schemeClr val="bg2">
                <a:lumMod val="25000"/>
              </a:schemeClr>
            </a:solidFill>
            <a:ln>
              <a:noFill/>
            </a:ln>
          </dgm:spPr>
          <dgm:t>
            <a:bodyPr/>
            <a:lstStyle/>
            <a:p>
              <a:r>
                <a:rPr lang="en-IN" sz="1400" b="0" i="0" kern="1200" dirty="0">
                  <a:solidFill>
                    <a:schemeClr val="bg1"/>
                  </a:solidFill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Tensor products are commutative as a vector space operation (</a:t>
              </a:r>
              <a:r>
                <a:rPr lang="en-IN" sz="1400" b="0" i="0" kern="12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i.e</a:t>
              </a:r>
              <a:r>
                <a:rPr lang="en-IN" sz="1400" b="0" i="0" kern="1200" dirty="0">
                  <a:solidFill>
                    <a:schemeClr val="bg1"/>
                  </a:solidFill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 the vector spaces produced by </a:t>
              </a:r>
              <a14:m>
                <m:oMath xmlns:m="http://schemas.openxmlformats.org/officeDocument/2006/math">
                  <m:r>
                    <a:rPr lang="en-IN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Lato Semibold" panose="020F0502020204030203" pitchFamily="34" charset="0"/>
                      <a:cs typeface="Times New Roman" panose="02020603050405020304" pitchFamily="18" charset="0"/>
                    </a:rPr>
                    <m:t>𝑈</m:t>
                  </m:r>
                  <m:r>
                    <a:rPr lang="en-IN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Lato Semibold" panose="020F0502020204030203" pitchFamily="34" charset="0"/>
                      <a:cs typeface="Times New Roman" panose="02020603050405020304" pitchFamily="18" charset="0"/>
                    </a:rPr>
                    <m:t>⊗</m:t>
                  </m:r>
                  <m:r>
                    <a:rPr lang="en-IN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Lato Semibold" panose="020F0502020204030203" pitchFamily="34" charset="0"/>
                      <a:cs typeface="Times New Roman" panose="02020603050405020304" pitchFamily="18" charset="0"/>
                    </a:rPr>
                    <m:t>𝑉</m:t>
                  </m:r>
                  <m:r>
                    <a:rPr lang="en-IN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Lato Semibold" panose="020F0502020204030203" pitchFamily="34" charset="0"/>
                      <a:cs typeface="Times New Roman" panose="02020603050405020304" pitchFamily="18" charset="0"/>
                    </a:rPr>
                    <m:t>=</m:t>
                  </m:r>
                  <m:r>
                    <a:rPr lang="en-IN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Lato Semibold" panose="020F0502020204030203" pitchFamily="34" charset="0"/>
                      <a:cs typeface="Times New Roman" panose="02020603050405020304" pitchFamily="18" charset="0"/>
                    </a:rPr>
                    <m:t>𝑉</m:t>
                  </m:r>
                  <m:r>
                    <a:rPr lang="en-IN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Lato Semibold" panose="020F0502020204030203" pitchFamily="34" charset="0"/>
                      <a:cs typeface="Times New Roman" panose="02020603050405020304" pitchFamily="18" charset="0"/>
                    </a:rPr>
                    <m:t>⊗</m:t>
                  </m:r>
                  <m:r>
                    <a:rPr lang="en-IN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Lato Semibold" panose="020F0502020204030203" pitchFamily="34" charset="0"/>
                      <a:cs typeface="Times New Roman" panose="02020603050405020304" pitchFamily="18" charset="0"/>
                    </a:rPr>
                    <m:t>𝑈</m:t>
                  </m:r>
                  <m:r>
                    <a:rPr lang="en-IN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Lato Semibold" panose="020F0502020204030203" pitchFamily="34" charset="0"/>
                      <a:cs typeface="Times New Roman" panose="02020603050405020304" pitchFamily="18" charset="0"/>
                    </a:rPr>
                    <m:t> </m:t>
                  </m:r>
                </m:oMath>
              </a14:m>
              <a:r>
                <a:rPr lang="en-IN" sz="1400" b="0" i="0" kern="1200" dirty="0">
                  <a:solidFill>
                    <a:schemeClr val="bg1"/>
                  </a:solidFill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)</a:t>
              </a:r>
            </a:p>
          </dgm:t>
        </dgm:pt>
      </mc:Choice>
      <mc:Fallback xmlns="">
        <dgm:pt modelId="{D66946F2-441F-4EEF-A64F-AA3599ABB252}">
          <dgm:prSet phldrT="[Text]" custT="1"/>
          <dgm:spPr>
            <a:solidFill>
              <a:schemeClr val="bg2">
                <a:lumMod val="25000"/>
              </a:schemeClr>
            </a:solidFill>
            <a:ln>
              <a:noFill/>
            </a:ln>
          </dgm:spPr>
          <dgm:t>
            <a:bodyPr/>
            <a:lstStyle/>
            <a:p>
              <a:r>
                <a:rPr lang="en-IN" sz="1400" b="0" i="0" kern="1200" dirty="0">
                  <a:solidFill>
                    <a:schemeClr val="bg1"/>
                  </a:solidFill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Tensor products are commutative as a vector space operation (</a:t>
              </a:r>
              <a:r>
                <a:rPr lang="en-IN" sz="1400" b="0" i="0" kern="12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i.e</a:t>
              </a:r>
              <a:r>
                <a:rPr lang="en-IN" sz="1400" b="0" i="0" kern="1200" dirty="0">
                  <a:solidFill>
                    <a:schemeClr val="bg1"/>
                  </a:solidFill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 the vector spaces produced by </a:t>
              </a:r>
              <a:r>
                <a:rPr lang="en-IN" sz="1400" b="0" i="0" kern="1200">
                  <a:solidFill>
                    <a:schemeClr val="bg1"/>
                  </a:solidFill>
                  <a:latin typeface="Cambria Math" panose="020405030504060302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𝑈⊗𝑉=𝑉⊗𝑈 </a:t>
              </a:r>
              <a:r>
                <a:rPr lang="en-IN" sz="1400" b="0" i="0" kern="1200" dirty="0">
                  <a:solidFill>
                    <a:schemeClr val="bg1"/>
                  </a:solidFill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)</a:t>
              </a:r>
            </a:p>
          </dgm:t>
        </dgm:pt>
      </mc:Fallback>
    </mc:AlternateContent>
    <dgm:pt modelId="{A99F40A5-5725-4A6E-8829-2B94F433B613}" type="parTrans" cxnId="{BCF5D6BA-C70C-4521-9F83-9B7656A01C75}">
      <dgm:prSet/>
      <dgm:spPr/>
      <dgm:t>
        <a:bodyPr/>
        <a:lstStyle/>
        <a:p>
          <a:endParaRPr lang="en-IN"/>
        </a:p>
      </dgm:t>
    </dgm:pt>
    <dgm:pt modelId="{A0EE5248-7D4A-4892-B02A-4805BE8C6FCA}" type="sibTrans" cxnId="{BCF5D6BA-C70C-4521-9F83-9B7656A01C75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DDBA7BDB-CA63-417A-A26A-100F389AA89C}">
          <dgm:prSet phldrT="[Text]" custT="1"/>
          <dgm:spPr>
            <a:solidFill>
              <a:schemeClr val="bg2">
                <a:lumMod val="25000"/>
              </a:schemeClr>
            </a:solidFill>
            <a:ln>
              <a:noFill/>
            </a:ln>
          </dgm:spPr>
          <dgm:t>
            <a:bodyPr/>
            <a:lstStyle/>
            <a:p>
              <a:r>
                <a:rPr lang="en-IN" sz="1400" b="0" i="0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Given a function </a:t>
              </a:r>
              <a14:m>
                <m:oMath xmlns:m="http://schemas.openxmlformats.org/officeDocument/2006/math"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𝑓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: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𝑈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→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𝑉</m:t>
                  </m:r>
                </m:oMath>
              </a14:m>
              <a:r>
                <a:rPr lang="en-IN" sz="1400" b="0" i="0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we can define the tensor product as </a:t>
              </a:r>
              <a14:m>
                <m:oMath xmlns:m="http://schemas.openxmlformats.org/officeDocument/2006/math"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𝑓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⊗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𝑊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: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𝑈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⊗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𝑊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→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𝑉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⊗</m:t>
                  </m:r>
                  <m:r>
                    <a:rPr lang="en-IN" sz="1400" b="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𝑊</m:t>
                  </m:r>
                </m:oMath>
              </a14:m>
              <a:endParaRPr lang="en-IN" sz="1400" b="0" i="0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dgm:t>
        </dgm:pt>
      </mc:Choice>
      <mc:Fallback xmlns="">
        <dgm:pt modelId="{DDBA7BDB-CA63-417A-A26A-100F389AA89C}">
          <dgm:prSet phldrT="[Text]" custT="1"/>
          <dgm:spPr>
            <a:solidFill>
              <a:schemeClr val="bg2">
                <a:lumMod val="25000"/>
              </a:schemeClr>
            </a:solidFill>
            <a:ln>
              <a:noFill/>
            </a:ln>
          </dgm:spPr>
          <dgm:t>
            <a:bodyPr/>
            <a:lstStyle/>
            <a:p>
              <a:r>
                <a:rPr lang="en-IN" sz="1400" b="0" i="0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Given a function </a:t>
              </a:r>
              <a:r>
                <a:rPr lang="en-IN" sz="1400" b="0" i="0" kern="120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a:t>𝑓:𝑈→𝑉</a:t>
              </a:r>
              <a:r>
                <a:rPr lang="en-IN" sz="1400" b="0" i="0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we can define the tensor product as </a:t>
              </a:r>
              <a:r>
                <a:rPr lang="en-IN" sz="1400" b="0" i="0" kern="120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a:t>𝑓⊗𝑊:𝑈⊗𝑊→𝑉⊗𝑊</a:t>
              </a:r>
              <a:endParaRPr lang="en-IN" sz="1400" b="0" i="0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dgm:t>
        </dgm:pt>
      </mc:Fallback>
    </mc:AlternateContent>
    <dgm:pt modelId="{1B39A063-3754-44F5-8C87-E555EBA5E75A}" type="parTrans" cxnId="{1DD87491-F3EE-4E80-999F-7CC13E49AFFA}">
      <dgm:prSet/>
      <dgm:spPr/>
      <dgm:t>
        <a:bodyPr/>
        <a:lstStyle/>
        <a:p>
          <a:endParaRPr lang="en-IN"/>
        </a:p>
      </dgm:t>
    </dgm:pt>
    <dgm:pt modelId="{71A60717-7C89-4D11-8020-6BDF510B505F}" type="sibTrans" cxnId="{1DD87491-F3EE-4E80-999F-7CC13E49AFFA}">
      <dgm:prSet/>
      <dgm:spPr/>
      <dgm:t>
        <a:bodyPr/>
        <a:lstStyle/>
        <a:p>
          <a:endParaRPr lang="en-IN"/>
        </a:p>
      </dgm:t>
    </dgm:pt>
    <dgm:pt modelId="{782E1000-3AAE-4824-B13A-D3A136EA5CBB}">
      <dgm:prSet phldrT="[Text]" custT="1"/>
      <dgm:spPr>
        <a:solidFill>
          <a:schemeClr val="bg2">
            <a:lumMod val="25000"/>
          </a:schemeClr>
        </a:solidFill>
        <a:ln>
          <a:noFill/>
        </a:ln>
      </dgm:spPr>
      <dgm:t>
        <a:bodyPr/>
        <a:lstStyle/>
        <a:p>
          <a:r>
            <a:rPr lang="en-IN" sz="1400" b="0" i="0" u="sng" kern="1200" dirty="0">
              <a:solidFill>
                <a:schemeClr val="bg1"/>
              </a:solidFill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rPr>
            <a:t>However</a:t>
          </a:r>
          <a:r>
            <a:rPr lang="en-IN" sz="1400" b="0" i="0" u="none" kern="1200" dirty="0">
              <a:solidFill>
                <a:schemeClr val="bg1"/>
              </a:solidFill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rPr>
            <a:t> </a:t>
          </a:r>
          <a:r>
            <a:rPr lang="en-IN" sz="1400" b="0" i="0" kern="1200" dirty="0">
              <a:solidFill>
                <a:schemeClr val="bg1"/>
              </a:solidFill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rPr>
            <a:t>, the resultant matrices are not equal.</a:t>
          </a:r>
        </a:p>
      </dgm:t>
    </dgm:pt>
    <dgm:pt modelId="{96FDBE4C-004D-4B79-8935-07AB9A879B48}" type="parTrans" cxnId="{2305B860-B9C3-4F4F-92A9-0BF73F413295}">
      <dgm:prSet/>
      <dgm:spPr/>
      <dgm:t>
        <a:bodyPr/>
        <a:lstStyle/>
        <a:p>
          <a:endParaRPr lang="en-IN"/>
        </a:p>
      </dgm:t>
    </dgm:pt>
    <dgm:pt modelId="{D8F81122-F060-482E-8849-E3E60F435972}" type="sibTrans" cxnId="{2305B860-B9C3-4F4F-92A9-0BF73F413295}">
      <dgm:prSet/>
      <dgm:spPr/>
      <dgm:t>
        <a:bodyPr/>
        <a:lstStyle/>
        <a:p>
          <a:endParaRPr lang="en-IN"/>
        </a:p>
      </dgm:t>
    </dgm:pt>
    <dgm:pt modelId="{E8B311D4-B435-4EAE-B2E6-274C5CC712BB}" type="pres">
      <dgm:prSet presAssocID="{CC8F6CD0-C48E-45F0-A75C-A650C77B7136}" presName="Name0" presStyleCnt="0">
        <dgm:presLayoutVars>
          <dgm:dir/>
          <dgm:animLvl val="lvl"/>
          <dgm:resizeHandles val="exact"/>
        </dgm:presLayoutVars>
      </dgm:prSet>
      <dgm:spPr/>
    </dgm:pt>
    <dgm:pt modelId="{7C543637-B74E-46A9-9040-863AAC930F28}" type="pres">
      <dgm:prSet presAssocID="{8B3F8BA7-6CD9-4677-9D0D-E90980144898}" presName="linNode" presStyleCnt="0"/>
      <dgm:spPr/>
    </dgm:pt>
    <dgm:pt modelId="{00D8FA48-E3BF-47DF-B961-6DF87277AEB5}" type="pres">
      <dgm:prSet presAssocID="{8B3F8BA7-6CD9-4677-9D0D-E90980144898}" presName="parTx" presStyleLbl="revTx" presStyleIdx="0" presStyleCnt="4">
        <dgm:presLayoutVars>
          <dgm:chMax val="1"/>
          <dgm:bulletEnabled val="1"/>
        </dgm:presLayoutVars>
      </dgm:prSet>
      <dgm:spPr/>
    </dgm:pt>
    <dgm:pt modelId="{97D9D34C-F670-4335-A934-50B3A6468356}" type="pres">
      <dgm:prSet presAssocID="{8B3F8BA7-6CD9-4677-9D0D-E90980144898}" presName="bracket" presStyleLbl="parChTrans1D1" presStyleIdx="0" presStyleCnt="4"/>
      <dgm:spPr/>
    </dgm:pt>
    <dgm:pt modelId="{93E3DECF-9981-4859-82A0-1CD9B79D2FA3}" type="pres">
      <dgm:prSet presAssocID="{8B3F8BA7-6CD9-4677-9D0D-E90980144898}" presName="spH" presStyleCnt="0"/>
      <dgm:spPr/>
    </dgm:pt>
    <dgm:pt modelId="{4FE09E09-01A3-49F4-B05F-1D7C7D318578}" type="pres">
      <dgm:prSet presAssocID="{8B3F8BA7-6CD9-4677-9D0D-E90980144898}" presName="desTx" presStyleLbl="node1" presStyleIdx="0" presStyleCnt="4">
        <dgm:presLayoutVars>
          <dgm:bulletEnabled val="1"/>
        </dgm:presLayoutVars>
      </dgm:prSet>
      <dgm:spPr>
        <a:prstGeom prst="roundRect">
          <a:avLst/>
        </a:prstGeom>
      </dgm:spPr>
    </dgm:pt>
    <dgm:pt modelId="{40C0C771-1C79-4226-AEFD-20F78C54CDF9}" type="pres">
      <dgm:prSet presAssocID="{3E922D61-C4A0-4FFA-BED8-5BBF3E1B1742}" presName="spV" presStyleCnt="0"/>
      <dgm:spPr/>
    </dgm:pt>
    <dgm:pt modelId="{2A752B69-6C00-4EFB-8B23-2E2F0B78EFBA}" type="pres">
      <dgm:prSet presAssocID="{BCBD7997-D347-4FD7-963A-E635B6676E07}" presName="linNode" presStyleCnt="0"/>
      <dgm:spPr/>
    </dgm:pt>
    <dgm:pt modelId="{92B4472D-3B29-4B75-8D23-5C8995B60785}" type="pres">
      <dgm:prSet presAssocID="{BCBD7997-D347-4FD7-963A-E635B6676E07}" presName="parTx" presStyleLbl="revTx" presStyleIdx="1" presStyleCnt="4">
        <dgm:presLayoutVars>
          <dgm:chMax val="1"/>
          <dgm:bulletEnabled val="1"/>
        </dgm:presLayoutVars>
      </dgm:prSet>
      <dgm:spPr/>
    </dgm:pt>
    <dgm:pt modelId="{DA77E378-85A5-41AF-9FC2-1A980EFFC1DB}" type="pres">
      <dgm:prSet presAssocID="{BCBD7997-D347-4FD7-963A-E635B6676E07}" presName="bracket" presStyleLbl="parChTrans1D1" presStyleIdx="1" presStyleCnt="4"/>
      <dgm:spPr/>
    </dgm:pt>
    <dgm:pt modelId="{C0B2FCD2-E3B8-4369-A619-2390D6672848}" type="pres">
      <dgm:prSet presAssocID="{BCBD7997-D347-4FD7-963A-E635B6676E07}" presName="spH" presStyleCnt="0"/>
      <dgm:spPr/>
    </dgm:pt>
    <dgm:pt modelId="{C01FBEB7-3332-4F94-BDD1-7D953AEBBC52}" type="pres">
      <dgm:prSet presAssocID="{BCBD7997-D347-4FD7-963A-E635B6676E07}" presName="desTx" presStyleLbl="node1" presStyleIdx="1" presStyleCnt="4">
        <dgm:presLayoutVars>
          <dgm:bulletEnabled val="1"/>
        </dgm:presLayoutVars>
      </dgm:prSet>
      <dgm:spPr>
        <a:prstGeom prst="roundRect">
          <a:avLst/>
        </a:prstGeom>
      </dgm:spPr>
    </dgm:pt>
    <dgm:pt modelId="{FF894BD8-992A-4CF9-BF34-E3CFE59810A2}" type="pres">
      <dgm:prSet presAssocID="{BB9088BE-2889-4B8B-B6A4-1BDF9FF256F3}" presName="spV" presStyleCnt="0"/>
      <dgm:spPr/>
    </dgm:pt>
    <dgm:pt modelId="{5643797F-7C42-4CAC-8200-482CF70413C0}" type="pres">
      <dgm:prSet presAssocID="{0C67E078-92C8-45D0-899A-B919EA8C971F}" presName="linNode" presStyleCnt="0"/>
      <dgm:spPr/>
    </dgm:pt>
    <dgm:pt modelId="{A08CAD11-F94D-41D2-ABB6-9F5361F3090B}" type="pres">
      <dgm:prSet presAssocID="{0C67E078-92C8-45D0-899A-B919EA8C971F}" presName="parTx" presStyleLbl="revTx" presStyleIdx="2" presStyleCnt="4">
        <dgm:presLayoutVars>
          <dgm:chMax val="1"/>
          <dgm:bulletEnabled val="1"/>
        </dgm:presLayoutVars>
      </dgm:prSet>
      <dgm:spPr/>
    </dgm:pt>
    <dgm:pt modelId="{D0A61E7B-7889-4251-91F5-ED5716E3AB69}" type="pres">
      <dgm:prSet presAssocID="{0C67E078-92C8-45D0-899A-B919EA8C971F}" presName="bracket" presStyleLbl="parChTrans1D1" presStyleIdx="2" presStyleCnt="4"/>
      <dgm:spPr/>
    </dgm:pt>
    <dgm:pt modelId="{40271DB8-C9BF-441E-AFA5-F89F02FEE686}" type="pres">
      <dgm:prSet presAssocID="{0C67E078-92C8-45D0-899A-B919EA8C971F}" presName="spH" presStyleCnt="0"/>
      <dgm:spPr/>
    </dgm:pt>
    <dgm:pt modelId="{CB43C7AC-1AEC-4600-B39B-B8353748C27F}" type="pres">
      <dgm:prSet presAssocID="{0C67E078-92C8-45D0-899A-B919EA8C971F}" presName="desTx" presStyleLbl="node1" presStyleIdx="2" presStyleCnt="4">
        <dgm:presLayoutVars>
          <dgm:bulletEnabled val="1"/>
        </dgm:presLayoutVars>
      </dgm:prSet>
      <dgm:spPr>
        <a:prstGeom prst="roundRect">
          <a:avLst/>
        </a:prstGeom>
      </dgm:spPr>
    </dgm:pt>
    <dgm:pt modelId="{F69859A0-147D-4AED-BC0D-718A42760194}" type="pres">
      <dgm:prSet presAssocID="{F5EC4ED1-9798-4A00-AC8B-D98CA298C3FD}" presName="spV" presStyleCnt="0"/>
      <dgm:spPr/>
    </dgm:pt>
    <dgm:pt modelId="{B465A6EE-578A-4CE6-BCEF-92DFE79905B6}" type="pres">
      <dgm:prSet presAssocID="{77DEBAEA-F640-44CB-B196-766408897B82}" presName="linNode" presStyleCnt="0"/>
      <dgm:spPr/>
    </dgm:pt>
    <dgm:pt modelId="{4EC620BB-3857-47D8-8E71-0E77D8B524F1}" type="pres">
      <dgm:prSet presAssocID="{77DEBAEA-F640-44CB-B196-766408897B82}" presName="parTx" presStyleLbl="revTx" presStyleIdx="3" presStyleCnt="4">
        <dgm:presLayoutVars>
          <dgm:chMax val="1"/>
          <dgm:bulletEnabled val="1"/>
        </dgm:presLayoutVars>
      </dgm:prSet>
      <dgm:spPr/>
    </dgm:pt>
    <dgm:pt modelId="{2CD8C99D-4724-40AC-900C-86768FAFA255}" type="pres">
      <dgm:prSet presAssocID="{77DEBAEA-F640-44CB-B196-766408897B82}" presName="bracket" presStyleLbl="parChTrans1D1" presStyleIdx="3" presStyleCnt="4"/>
      <dgm:spPr/>
    </dgm:pt>
    <dgm:pt modelId="{AA582475-37E2-4B7C-BF8E-A0A81F5C872B}" type="pres">
      <dgm:prSet presAssocID="{77DEBAEA-F640-44CB-B196-766408897B82}" presName="spH" presStyleCnt="0"/>
      <dgm:spPr/>
    </dgm:pt>
    <dgm:pt modelId="{3938D5E4-9118-42A1-B539-A02A4F3073A0}" type="pres">
      <dgm:prSet presAssocID="{77DEBAEA-F640-44CB-B196-766408897B82}" presName="desTx" presStyleLbl="node1" presStyleIdx="3" presStyleCnt="4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B43AF704-DC85-49E1-9A8E-A756EE5AE247}" type="presOf" srcId="{7FB98D1C-1C39-466F-A8FC-DD432F9F2C65}" destId="{C01FBEB7-3332-4F94-BDD1-7D953AEBBC52}" srcOrd="0" destOrd="0" presId="urn:diagrams.loki3.com/BracketList"/>
    <dgm:cxn modelId="{944C6819-B471-4D75-817F-804C62E759EE}" srcId="{8B3F8BA7-6CD9-4677-9D0D-E90980144898}" destId="{5CF14B1E-B3FC-4EBC-8E3E-F487072CD42D}" srcOrd="0" destOrd="0" parTransId="{D0A6D83F-8143-4A6D-8243-ADD86F8DA2CB}" sibTransId="{B9AEED12-B497-4C78-BC82-392D08831DA9}"/>
    <dgm:cxn modelId="{2305B860-B9C3-4F4F-92A9-0BF73F413295}" srcId="{0C67E078-92C8-45D0-899A-B919EA8C971F}" destId="{782E1000-3AAE-4824-B13A-D3A136EA5CBB}" srcOrd="1" destOrd="0" parTransId="{96FDBE4C-004D-4B79-8935-07AB9A879B48}" sibTransId="{D8F81122-F060-482E-8849-E3E60F435972}"/>
    <dgm:cxn modelId="{3EE23461-D3AF-4AEC-B6C2-91B306DEA2A6}" type="presOf" srcId="{782E1000-3AAE-4824-B13A-D3A136EA5CBB}" destId="{CB43C7AC-1AEC-4600-B39B-B8353748C27F}" srcOrd="0" destOrd="1" presId="urn:diagrams.loki3.com/BracketList"/>
    <dgm:cxn modelId="{FFE6B263-7942-4301-AAFE-E3E46C922A9D}" type="presOf" srcId="{8B3F8BA7-6CD9-4677-9D0D-E90980144898}" destId="{00D8FA48-E3BF-47DF-B961-6DF87277AEB5}" srcOrd="0" destOrd="0" presId="urn:diagrams.loki3.com/BracketList"/>
    <dgm:cxn modelId="{A0169A45-FC03-4E51-B4B9-539D2D9BC41A}" srcId="{BCBD7997-D347-4FD7-963A-E635B6676E07}" destId="{7FB98D1C-1C39-466F-A8FC-DD432F9F2C65}" srcOrd="0" destOrd="0" parTransId="{E2734599-C9C8-496A-9320-15C1DB80DB21}" sibTransId="{E21BFBFB-7905-4965-847C-8B4FB71F2164}"/>
    <dgm:cxn modelId="{B8B66B6E-00FF-4FE5-8619-863289A5300B}" srcId="{CC8F6CD0-C48E-45F0-A75C-A650C77B7136}" destId="{8B3F8BA7-6CD9-4677-9D0D-E90980144898}" srcOrd="0" destOrd="0" parTransId="{7C01C457-B627-4B43-A276-4AE2966001B8}" sibTransId="{3E922D61-C4A0-4FFA-BED8-5BBF3E1B1742}"/>
    <dgm:cxn modelId="{CBF9D757-04C1-4DF6-BC97-41A27A29903D}" type="presOf" srcId="{0C67E078-92C8-45D0-899A-B919EA8C971F}" destId="{A08CAD11-F94D-41D2-ABB6-9F5361F3090B}" srcOrd="0" destOrd="0" presId="urn:diagrams.loki3.com/BracketList"/>
    <dgm:cxn modelId="{22E9047C-47B6-4B6C-B513-DDC27A8A067F}" type="presOf" srcId="{77DEBAEA-F640-44CB-B196-766408897B82}" destId="{4EC620BB-3857-47D8-8E71-0E77D8B524F1}" srcOrd="0" destOrd="0" presId="urn:diagrams.loki3.com/BracketList"/>
    <dgm:cxn modelId="{D586448A-5117-48E6-9E48-FBAD7D095B57}" type="presOf" srcId="{5CF14B1E-B3FC-4EBC-8E3E-F487072CD42D}" destId="{4FE09E09-01A3-49F4-B05F-1D7C7D318578}" srcOrd="0" destOrd="0" presId="urn:diagrams.loki3.com/BracketList"/>
    <dgm:cxn modelId="{420D958A-6CB7-4B70-B92D-29C6EEB780AA}" type="presOf" srcId="{DDBA7BDB-CA63-417A-A26A-100F389AA89C}" destId="{3938D5E4-9118-42A1-B539-A02A4F3073A0}" srcOrd="0" destOrd="0" presId="urn:diagrams.loki3.com/BracketList"/>
    <dgm:cxn modelId="{8DF5398E-DF78-48DE-BE9C-74ECD775B5E8}" type="presOf" srcId="{CC8F6CD0-C48E-45F0-A75C-A650C77B7136}" destId="{E8B311D4-B435-4EAE-B2E6-274C5CC712BB}" srcOrd="0" destOrd="0" presId="urn:diagrams.loki3.com/BracketList"/>
    <dgm:cxn modelId="{1DD87491-F3EE-4E80-999F-7CC13E49AFFA}" srcId="{77DEBAEA-F640-44CB-B196-766408897B82}" destId="{DDBA7BDB-CA63-417A-A26A-100F389AA89C}" srcOrd="0" destOrd="0" parTransId="{1B39A063-3754-44F5-8C87-E555EBA5E75A}" sibTransId="{71A60717-7C89-4D11-8020-6BDF510B505F}"/>
    <dgm:cxn modelId="{F12B50B4-3B95-4331-949A-A31ACF0DF44D}" srcId="{CC8F6CD0-C48E-45F0-A75C-A650C77B7136}" destId="{0C67E078-92C8-45D0-899A-B919EA8C971F}" srcOrd="2" destOrd="0" parTransId="{5B2FCF97-DC7E-40CC-88A6-2B2AB8991563}" sibTransId="{F5EC4ED1-9798-4A00-AC8B-D98CA298C3FD}"/>
    <dgm:cxn modelId="{BCF5D6BA-C70C-4521-9F83-9B7656A01C75}" srcId="{0C67E078-92C8-45D0-899A-B919EA8C971F}" destId="{D66946F2-441F-4EEF-A64F-AA3599ABB252}" srcOrd="0" destOrd="0" parTransId="{A99F40A5-5725-4A6E-8829-2B94F433B613}" sibTransId="{A0EE5248-7D4A-4892-B02A-4805BE8C6FCA}"/>
    <dgm:cxn modelId="{F98DDFC8-C174-42FD-AFE8-451BC884E829}" srcId="{CC8F6CD0-C48E-45F0-A75C-A650C77B7136}" destId="{77DEBAEA-F640-44CB-B196-766408897B82}" srcOrd="3" destOrd="0" parTransId="{68D843D9-BCCE-431B-89AF-27C6BCAE3268}" sibTransId="{427B7377-45D7-41E8-8A3E-4D7A3FE7AA49}"/>
    <dgm:cxn modelId="{A6F85CD2-B08C-42DE-BBCE-ACF8C952075E}" type="presOf" srcId="{D66946F2-441F-4EEF-A64F-AA3599ABB252}" destId="{CB43C7AC-1AEC-4600-B39B-B8353748C27F}" srcOrd="0" destOrd="0" presId="urn:diagrams.loki3.com/BracketList"/>
    <dgm:cxn modelId="{6EC3CBD8-C728-4007-BD0A-328603CFEB14}" srcId="{CC8F6CD0-C48E-45F0-A75C-A650C77B7136}" destId="{BCBD7997-D347-4FD7-963A-E635B6676E07}" srcOrd="1" destOrd="0" parTransId="{6371DAB7-7765-4268-B34F-F4D626D69B31}" sibTransId="{BB9088BE-2889-4B8B-B6A4-1BDF9FF256F3}"/>
    <dgm:cxn modelId="{FF1919EB-05F2-4233-ABAB-DA2B5E16C027}" type="presOf" srcId="{BCBD7997-D347-4FD7-963A-E635B6676E07}" destId="{92B4472D-3B29-4B75-8D23-5C8995B60785}" srcOrd="0" destOrd="0" presId="urn:diagrams.loki3.com/BracketList"/>
    <dgm:cxn modelId="{FD916CA1-4A89-4A3B-8BF2-020753BCA1DC}" type="presParOf" srcId="{E8B311D4-B435-4EAE-B2E6-274C5CC712BB}" destId="{7C543637-B74E-46A9-9040-863AAC930F28}" srcOrd="0" destOrd="0" presId="urn:diagrams.loki3.com/BracketList"/>
    <dgm:cxn modelId="{A17787D4-3108-451B-9118-F1B61FCF8F11}" type="presParOf" srcId="{7C543637-B74E-46A9-9040-863AAC930F28}" destId="{00D8FA48-E3BF-47DF-B961-6DF87277AEB5}" srcOrd="0" destOrd="0" presId="urn:diagrams.loki3.com/BracketList"/>
    <dgm:cxn modelId="{5A74EF1F-36CE-4820-9A5B-5AF822AB1438}" type="presParOf" srcId="{7C543637-B74E-46A9-9040-863AAC930F28}" destId="{97D9D34C-F670-4335-A934-50B3A6468356}" srcOrd="1" destOrd="0" presId="urn:diagrams.loki3.com/BracketList"/>
    <dgm:cxn modelId="{42AC1824-E2A0-4DA7-B4E6-6F5530D670C3}" type="presParOf" srcId="{7C543637-B74E-46A9-9040-863AAC930F28}" destId="{93E3DECF-9981-4859-82A0-1CD9B79D2FA3}" srcOrd="2" destOrd="0" presId="urn:diagrams.loki3.com/BracketList"/>
    <dgm:cxn modelId="{1ABDF366-A01A-4D53-8B1F-94CF866A1A00}" type="presParOf" srcId="{7C543637-B74E-46A9-9040-863AAC930F28}" destId="{4FE09E09-01A3-49F4-B05F-1D7C7D318578}" srcOrd="3" destOrd="0" presId="urn:diagrams.loki3.com/BracketList"/>
    <dgm:cxn modelId="{9D4935C4-09A1-42DC-94DF-AA3E6E47F901}" type="presParOf" srcId="{E8B311D4-B435-4EAE-B2E6-274C5CC712BB}" destId="{40C0C771-1C79-4226-AEFD-20F78C54CDF9}" srcOrd="1" destOrd="0" presId="urn:diagrams.loki3.com/BracketList"/>
    <dgm:cxn modelId="{B7F4590E-35AA-4385-B26B-60D2CBE0C235}" type="presParOf" srcId="{E8B311D4-B435-4EAE-B2E6-274C5CC712BB}" destId="{2A752B69-6C00-4EFB-8B23-2E2F0B78EFBA}" srcOrd="2" destOrd="0" presId="urn:diagrams.loki3.com/BracketList"/>
    <dgm:cxn modelId="{BC0A4960-B2C9-4D8F-8FE0-A0EDF4E081F9}" type="presParOf" srcId="{2A752B69-6C00-4EFB-8B23-2E2F0B78EFBA}" destId="{92B4472D-3B29-4B75-8D23-5C8995B60785}" srcOrd="0" destOrd="0" presId="urn:diagrams.loki3.com/BracketList"/>
    <dgm:cxn modelId="{D159E53C-F9DE-4D11-BE78-522340A4B79D}" type="presParOf" srcId="{2A752B69-6C00-4EFB-8B23-2E2F0B78EFBA}" destId="{DA77E378-85A5-41AF-9FC2-1A980EFFC1DB}" srcOrd="1" destOrd="0" presId="urn:diagrams.loki3.com/BracketList"/>
    <dgm:cxn modelId="{F1063A20-9FFF-439D-B430-3D016EE2D4CA}" type="presParOf" srcId="{2A752B69-6C00-4EFB-8B23-2E2F0B78EFBA}" destId="{C0B2FCD2-E3B8-4369-A619-2390D6672848}" srcOrd="2" destOrd="0" presId="urn:diagrams.loki3.com/BracketList"/>
    <dgm:cxn modelId="{75E532C3-17C9-4A74-B9DD-269CB93FAC26}" type="presParOf" srcId="{2A752B69-6C00-4EFB-8B23-2E2F0B78EFBA}" destId="{C01FBEB7-3332-4F94-BDD1-7D953AEBBC52}" srcOrd="3" destOrd="0" presId="urn:diagrams.loki3.com/BracketList"/>
    <dgm:cxn modelId="{10C5CD87-6942-4F98-9C5D-CDCC29232901}" type="presParOf" srcId="{E8B311D4-B435-4EAE-B2E6-274C5CC712BB}" destId="{FF894BD8-992A-4CF9-BF34-E3CFE59810A2}" srcOrd="3" destOrd="0" presId="urn:diagrams.loki3.com/BracketList"/>
    <dgm:cxn modelId="{F5C135C0-1483-4C32-8A63-29D394FE6B35}" type="presParOf" srcId="{E8B311D4-B435-4EAE-B2E6-274C5CC712BB}" destId="{5643797F-7C42-4CAC-8200-482CF70413C0}" srcOrd="4" destOrd="0" presId="urn:diagrams.loki3.com/BracketList"/>
    <dgm:cxn modelId="{4EFB5FAA-EA9F-4AA2-BDBD-223DD9A9BD35}" type="presParOf" srcId="{5643797F-7C42-4CAC-8200-482CF70413C0}" destId="{A08CAD11-F94D-41D2-ABB6-9F5361F3090B}" srcOrd="0" destOrd="0" presId="urn:diagrams.loki3.com/BracketList"/>
    <dgm:cxn modelId="{63AE90A5-B923-45B5-A9D3-E673FE4B4022}" type="presParOf" srcId="{5643797F-7C42-4CAC-8200-482CF70413C0}" destId="{D0A61E7B-7889-4251-91F5-ED5716E3AB69}" srcOrd="1" destOrd="0" presId="urn:diagrams.loki3.com/BracketList"/>
    <dgm:cxn modelId="{32111FE4-DB38-48C9-B4CE-48A2E74CC0A4}" type="presParOf" srcId="{5643797F-7C42-4CAC-8200-482CF70413C0}" destId="{40271DB8-C9BF-441E-AFA5-F89F02FEE686}" srcOrd="2" destOrd="0" presId="urn:diagrams.loki3.com/BracketList"/>
    <dgm:cxn modelId="{56ED241A-DBEB-47E6-98E2-35816E291F6F}" type="presParOf" srcId="{5643797F-7C42-4CAC-8200-482CF70413C0}" destId="{CB43C7AC-1AEC-4600-B39B-B8353748C27F}" srcOrd="3" destOrd="0" presId="urn:diagrams.loki3.com/BracketList"/>
    <dgm:cxn modelId="{063C3C3F-2AA0-4D81-96B0-3D2E723A1915}" type="presParOf" srcId="{E8B311D4-B435-4EAE-B2E6-274C5CC712BB}" destId="{F69859A0-147D-4AED-BC0D-718A42760194}" srcOrd="5" destOrd="0" presId="urn:diagrams.loki3.com/BracketList"/>
    <dgm:cxn modelId="{8EB0B23F-12D9-4146-906F-E8B69A316C43}" type="presParOf" srcId="{E8B311D4-B435-4EAE-B2E6-274C5CC712BB}" destId="{B465A6EE-578A-4CE6-BCEF-92DFE79905B6}" srcOrd="6" destOrd="0" presId="urn:diagrams.loki3.com/BracketList"/>
    <dgm:cxn modelId="{B374C101-CCBE-4E7F-8AC4-E8AB19FF4118}" type="presParOf" srcId="{B465A6EE-578A-4CE6-BCEF-92DFE79905B6}" destId="{4EC620BB-3857-47D8-8E71-0E77D8B524F1}" srcOrd="0" destOrd="0" presId="urn:diagrams.loki3.com/BracketList"/>
    <dgm:cxn modelId="{53EF15B6-248C-4A96-84D2-7F0DDF217B09}" type="presParOf" srcId="{B465A6EE-578A-4CE6-BCEF-92DFE79905B6}" destId="{2CD8C99D-4724-40AC-900C-86768FAFA255}" srcOrd="1" destOrd="0" presId="urn:diagrams.loki3.com/BracketList"/>
    <dgm:cxn modelId="{B0A0C9C3-9BCC-4F9B-8E0B-B7C34DE3B6A3}" type="presParOf" srcId="{B465A6EE-578A-4CE6-BCEF-92DFE79905B6}" destId="{AA582475-37E2-4B7C-BF8E-A0A81F5C872B}" srcOrd="2" destOrd="0" presId="urn:diagrams.loki3.com/BracketList"/>
    <dgm:cxn modelId="{3BAE1265-60A2-4F63-B5D9-711205660172}" type="presParOf" srcId="{B465A6EE-578A-4CE6-BCEF-92DFE79905B6}" destId="{3938D5E4-9118-42A1-B539-A02A4F3073A0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2A2A69-32D8-45F2-823D-3828A06B1BD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03736C0-8B55-4DB2-8614-96F8F55F05AB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6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Probability</a:t>
          </a:r>
          <a:endParaRPr lang="en-IN" sz="16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8F20A4EC-9264-42E9-B40B-DCAB6FFAD388}" type="parTrans" cxnId="{276B5E1D-F336-4949-8CCA-2F85959E16E6}">
      <dgm:prSet/>
      <dgm:spPr/>
      <dgm:t>
        <a:bodyPr/>
        <a:lstStyle/>
        <a:p>
          <a:endParaRPr lang="en-IN"/>
        </a:p>
      </dgm:t>
    </dgm:pt>
    <dgm:pt modelId="{F5CB56F8-49F4-48A7-99A6-86FEC0A507CA}" type="sibTrans" cxnId="{276B5E1D-F336-4949-8CCA-2F85959E16E6}">
      <dgm:prSet/>
      <dgm:spPr/>
      <dgm:t>
        <a:bodyPr/>
        <a:lstStyle/>
        <a:p>
          <a:endParaRPr lang="en-IN"/>
        </a:p>
      </dgm:t>
    </dgm:pt>
    <dgm:pt modelId="{EE12E5F1-8A7E-4A99-A540-49AFD386579A}">
      <dgm:prSet phldrT="[Text]" custT="1"/>
      <dgm:spPr>
        <a:blipFill>
          <a:blip xmlns:r="http://schemas.openxmlformats.org/officeDocument/2006/relationships" r:embed="rId1"/>
          <a:stretch>
            <a:fillRect l="-1055"/>
          </a:stretch>
        </a:blip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C36F8B17-5EA4-4BF6-9E98-B451FF4CCA48}" type="parTrans" cxnId="{98C8EC28-BAB3-4976-831D-F062FE651170}">
      <dgm:prSet/>
      <dgm:spPr/>
      <dgm:t>
        <a:bodyPr/>
        <a:lstStyle/>
        <a:p>
          <a:endParaRPr lang="en-IN"/>
        </a:p>
      </dgm:t>
    </dgm:pt>
    <dgm:pt modelId="{38EF29DD-1342-44E0-9C0C-2FC9062C14A6}" type="sibTrans" cxnId="{98C8EC28-BAB3-4976-831D-F062FE651170}">
      <dgm:prSet/>
      <dgm:spPr/>
      <dgm:t>
        <a:bodyPr/>
        <a:lstStyle/>
        <a:p>
          <a:endParaRPr lang="en-IN"/>
        </a:p>
      </dgm:t>
    </dgm:pt>
    <dgm:pt modelId="{AF7959F6-2AB3-4E8F-8FAB-5AC41BEF2316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6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Expectation Value</a:t>
          </a:r>
          <a:endParaRPr lang="en-IN" sz="16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DB6F49ED-FD21-4ECB-BD74-EDA71CDA5B3D}" type="parTrans" cxnId="{3DDA67F6-4B32-412B-9EC0-6DB3999E22C2}">
      <dgm:prSet/>
      <dgm:spPr/>
      <dgm:t>
        <a:bodyPr/>
        <a:lstStyle/>
        <a:p>
          <a:endParaRPr lang="en-IN"/>
        </a:p>
      </dgm:t>
    </dgm:pt>
    <dgm:pt modelId="{E30E8709-E4F6-4D95-92F5-40085CAEAC87}" type="sibTrans" cxnId="{3DDA67F6-4B32-412B-9EC0-6DB3999E22C2}">
      <dgm:prSet/>
      <dgm:spPr/>
      <dgm:t>
        <a:bodyPr/>
        <a:lstStyle/>
        <a:p>
          <a:endParaRPr lang="en-IN"/>
        </a:p>
      </dgm:t>
    </dgm:pt>
    <dgm:pt modelId="{BB5AD210-EE40-4F11-8507-EC1438061CFF}">
      <dgm:prSet phldrT="[Text]" custT="1"/>
      <dgm:spPr>
        <a:blipFill>
          <a:blip xmlns:r="http://schemas.openxmlformats.org/officeDocument/2006/relationships" r:embed="rId2"/>
          <a:stretch>
            <a:fillRect l="-792"/>
          </a:stretch>
        </a:blip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FE9DDA14-7291-40EA-812E-95A7DE151BD4}" type="parTrans" cxnId="{1A58F906-E38C-4F6A-A95D-3835809DA87C}">
      <dgm:prSet/>
      <dgm:spPr/>
      <dgm:t>
        <a:bodyPr/>
        <a:lstStyle/>
        <a:p>
          <a:endParaRPr lang="en-IN"/>
        </a:p>
      </dgm:t>
    </dgm:pt>
    <dgm:pt modelId="{DB8183B0-3EB8-44F4-A1E8-29833F692757}" type="sibTrans" cxnId="{1A58F906-E38C-4F6A-A95D-3835809DA87C}">
      <dgm:prSet/>
      <dgm:spPr/>
      <dgm:t>
        <a:bodyPr/>
        <a:lstStyle/>
        <a:p>
          <a:endParaRPr lang="en-IN"/>
        </a:p>
      </dgm:t>
    </dgm:pt>
    <dgm:pt modelId="{AFE0A9C9-A3B4-4D0C-8B18-B23DAF40509B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6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Variance</a:t>
          </a:r>
          <a:endParaRPr lang="en-IN" sz="16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DB841BC2-D3AF-4ED3-8A5C-4F3889C04536}" type="parTrans" cxnId="{09D6D440-3AB2-4810-8D20-B7B03BF2BC6B}">
      <dgm:prSet/>
      <dgm:spPr/>
      <dgm:t>
        <a:bodyPr/>
        <a:lstStyle/>
        <a:p>
          <a:endParaRPr lang="en-IN"/>
        </a:p>
      </dgm:t>
    </dgm:pt>
    <dgm:pt modelId="{036E00A3-46E0-4C43-91ED-411B2325318E}" type="sibTrans" cxnId="{09D6D440-3AB2-4810-8D20-B7B03BF2BC6B}">
      <dgm:prSet/>
      <dgm:spPr/>
      <dgm:t>
        <a:bodyPr/>
        <a:lstStyle/>
        <a:p>
          <a:endParaRPr lang="en-IN"/>
        </a:p>
      </dgm:t>
    </dgm:pt>
    <dgm:pt modelId="{D62C8650-C16B-4734-B4AB-F42449CD5A26}">
      <dgm:prSet phldrT="[Text]" custT="1"/>
      <dgm:spPr>
        <a:blipFill>
          <a:blip xmlns:r="http://schemas.openxmlformats.org/officeDocument/2006/relationships" r:embed="rId3"/>
          <a:stretch>
            <a:fillRect l="-1055"/>
          </a:stretch>
        </a:blip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CF42BF72-A038-4F51-B790-CA418668F398}" type="parTrans" cxnId="{FF8AA41F-698F-423D-9B9D-9284F47E018B}">
      <dgm:prSet/>
      <dgm:spPr/>
      <dgm:t>
        <a:bodyPr/>
        <a:lstStyle/>
        <a:p>
          <a:endParaRPr lang="en-IN"/>
        </a:p>
      </dgm:t>
    </dgm:pt>
    <dgm:pt modelId="{C02BA398-03C0-4606-B40C-1E76FB903543}" type="sibTrans" cxnId="{FF8AA41F-698F-423D-9B9D-9284F47E018B}">
      <dgm:prSet/>
      <dgm:spPr/>
      <dgm:t>
        <a:bodyPr/>
        <a:lstStyle/>
        <a:p>
          <a:endParaRPr lang="en-IN"/>
        </a:p>
      </dgm:t>
    </dgm:pt>
    <dgm:pt modelId="{22351E66-A88F-4744-B6F8-081B0156D11A}">
      <dgm:prSet phldrT="[Text]" custT="1"/>
      <dgm:spPr>
        <a:blipFill>
          <a:blip xmlns:r="http://schemas.openxmlformats.org/officeDocument/2006/relationships" r:embed="rId4"/>
          <a:stretch>
            <a:fillRect l="-1055"/>
          </a:stretch>
        </a:blip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664E3330-5B88-4297-90A8-88AD487E5540}" type="parTrans" cxnId="{1C45CF51-A2FA-451E-BBF4-41C6FF158024}">
      <dgm:prSet/>
      <dgm:spPr/>
      <dgm:t>
        <a:bodyPr/>
        <a:lstStyle/>
        <a:p>
          <a:endParaRPr lang="en-IN"/>
        </a:p>
      </dgm:t>
    </dgm:pt>
    <dgm:pt modelId="{C29C88A0-1B1A-4EE2-B835-AC1378DBAACA}" type="sibTrans" cxnId="{1C45CF51-A2FA-451E-BBF4-41C6FF158024}">
      <dgm:prSet/>
      <dgm:spPr/>
      <dgm:t>
        <a:bodyPr/>
        <a:lstStyle/>
        <a:p>
          <a:endParaRPr lang="en-IN"/>
        </a:p>
      </dgm:t>
    </dgm:pt>
    <dgm:pt modelId="{D91B1BEF-C508-4E28-B4CE-9D1BD4E14AFE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6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Counts</a:t>
          </a:r>
          <a:endParaRPr lang="en-IN" sz="16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BDA6AA6C-AD2E-4A0E-ABF1-C23634696E0A}" type="parTrans" cxnId="{3158F5D8-BD0A-41E5-ADA3-3F76CD4E0967}">
      <dgm:prSet/>
      <dgm:spPr/>
      <dgm:t>
        <a:bodyPr/>
        <a:lstStyle/>
        <a:p>
          <a:endParaRPr lang="en-IN"/>
        </a:p>
      </dgm:t>
    </dgm:pt>
    <dgm:pt modelId="{325893A6-A9E2-4003-B814-FDEDA51E3931}" type="sibTrans" cxnId="{3158F5D8-BD0A-41E5-ADA3-3F76CD4E0967}">
      <dgm:prSet/>
      <dgm:spPr/>
      <dgm:t>
        <a:bodyPr/>
        <a:lstStyle/>
        <a:p>
          <a:endParaRPr lang="en-IN"/>
        </a:p>
      </dgm:t>
    </dgm:pt>
    <dgm:pt modelId="{7C7D9BE8-6213-4AE6-B1AB-DEC8750C1575}">
      <dgm:prSet phldrT="[Text]" custT="1"/>
      <dgm:spPr>
        <a:solidFill>
          <a:schemeClr val="tx1">
            <a:lumMod val="85000"/>
            <a:lumOff val="15000"/>
            <a:alpha val="90000"/>
          </a:schemeClr>
        </a:solid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CACDF5AD-C572-4020-9594-ABE71C9AE2C2}" type="parTrans" cxnId="{0A28ECAD-05C4-4396-82F6-87F35737A358}">
      <dgm:prSet/>
      <dgm:spPr/>
      <dgm:t>
        <a:bodyPr/>
        <a:lstStyle/>
        <a:p>
          <a:endParaRPr lang="en-IN"/>
        </a:p>
      </dgm:t>
    </dgm:pt>
    <dgm:pt modelId="{7CC2D6E6-B289-467F-96A9-A154D583CF0C}" type="sibTrans" cxnId="{0A28ECAD-05C4-4396-82F6-87F35737A358}">
      <dgm:prSet/>
      <dgm:spPr/>
      <dgm:t>
        <a:bodyPr/>
        <a:lstStyle/>
        <a:p>
          <a:endParaRPr lang="en-IN"/>
        </a:p>
      </dgm:t>
    </dgm:pt>
    <dgm:pt modelId="{F9E84576-7226-4752-8BF8-6858D081E750}">
      <dgm:prSet phldrT="[Text]" custT="1"/>
      <dgm:spPr>
        <a:solidFill>
          <a:schemeClr val="tx1">
            <a:lumMod val="85000"/>
            <a:lumOff val="15000"/>
            <a:alpha val="90000"/>
          </a:schemeClr>
        </a:solid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872E534B-601D-49C9-8E9B-9E640B32BDE3}" type="parTrans" cxnId="{9F528394-C435-4685-9C30-7427DB3CF433}">
      <dgm:prSet/>
      <dgm:spPr/>
      <dgm:t>
        <a:bodyPr/>
        <a:lstStyle/>
        <a:p>
          <a:endParaRPr lang="en-IN"/>
        </a:p>
      </dgm:t>
    </dgm:pt>
    <dgm:pt modelId="{D3B1B347-DFAF-455A-A07D-A0CC7D799504}" type="sibTrans" cxnId="{9F528394-C435-4685-9C30-7427DB3CF433}">
      <dgm:prSet/>
      <dgm:spPr/>
      <dgm:t>
        <a:bodyPr/>
        <a:lstStyle/>
        <a:p>
          <a:endParaRPr lang="en-IN"/>
        </a:p>
      </dgm:t>
    </dgm:pt>
    <dgm:pt modelId="{A3663B69-0946-44FE-A81E-3D604CB5A78C}">
      <dgm:prSet phldrT="[Text]" custT="1"/>
      <dgm:spPr>
        <a:solidFill>
          <a:schemeClr val="tx1">
            <a:lumMod val="85000"/>
            <a:lumOff val="15000"/>
            <a:alpha val="90000"/>
          </a:schemeClr>
        </a:solid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86D75E37-2275-45FF-BF5E-B5ED489766C9}" type="parTrans" cxnId="{36F9194D-07F6-44A5-8D30-9A3A67BC4227}">
      <dgm:prSet/>
      <dgm:spPr/>
      <dgm:t>
        <a:bodyPr/>
        <a:lstStyle/>
        <a:p>
          <a:endParaRPr lang="en-IN"/>
        </a:p>
      </dgm:t>
    </dgm:pt>
    <dgm:pt modelId="{E0CAB97F-DAEE-44CE-94B7-6F77DEDAD6A7}" type="sibTrans" cxnId="{36F9194D-07F6-44A5-8D30-9A3A67BC4227}">
      <dgm:prSet/>
      <dgm:spPr/>
      <dgm:t>
        <a:bodyPr/>
        <a:lstStyle/>
        <a:p>
          <a:endParaRPr lang="en-IN"/>
        </a:p>
      </dgm:t>
    </dgm:pt>
    <dgm:pt modelId="{507D815F-B0BA-4878-BB9A-13E46DF51673}">
      <dgm:prSet phldrT="[Text]" custT="1"/>
      <dgm:spPr>
        <a:solidFill>
          <a:schemeClr val="tx1">
            <a:lumMod val="85000"/>
            <a:lumOff val="15000"/>
            <a:alpha val="90000"/>
          </a:schemeClr>
        </a:solidFill>
        <a:ln>
          <a:solidFill>
            <a:schemeClr val="bg2">
              <a:lumMod val="25000"/>
              <a:alpha val="90000"/>
            </a:schemeClr>
          </a:solidFill>
        </a:ln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6834FEBC-FF9F-4F45-BA53-B85CC87FBC43}" type="parTrans" cxnId="{340BC495-0369-49FB-B936-DA155A907978}">
      <dgm:prSet/>
      <dgm:spPr/>
      <dgm:t>
        <a:bodyPr/>
        <a:lstStyle/>
        <a:p>
          <a:endParaRPr lang="en-US"/>
        </a:p>
      </dgm:t>
    </dgm:pt>
    <dgm:pt modelId="{8884C433-7CBA-43FA-8A0F-5B7F9F3EE9E2}" type="sibTrans" cxnId="{340BC495-0369-49FB-B936-DA155A907978}">
      <dgm:prSet/>
      <dgm:spPr/>
      <dgm:t>
        <a:bodyPr/>
        <a:lstStyle/>
        <a:p>
          <a:endParaRPr lang="en-US"/>
        </a:p>
      </dgm:t>
    </dgm:pt>
    <dgm:pt modelId="{86FAE20E-07CC-46A7-B1CF-ECF7E4B11A16}" type="pres">
      <dgm:prSet presAssocID="{CE2A2A69-32D8-45F2-823D-3828A06B1BDA}" presName="Name0" presStyleCnt="0">
        <dgm:presLayoutVars>
          <dgm:dir/>
          <dgm:animLvl val="lvl"/>
          <dgm:resizeHandles val="exact"/>
        </dgm:presLayoutVars>
      </dgm:prSet>
      <dgm:spPr/>
    </dgm:pt>
    <dgm:pt modelId="{F874BDA6-371D-440B-9EA2-22D234C98DB6}" type="pres">
      <dgm:prSet presAssocID="{D91B1BEF-C508-4E28-B4CE-9D1BD4E14AFE}" presName="composite" presStyleCnt="0"/>
      <dgm:spPr/>
    </dgm:pt>
    <dgm:pt modelId="{0086F6FC-C611-4BF3-A556-9E065725F22D}" type="pres">
      <dgm:prSet presAssocID="{D91B1BEF-C508-4E28-B4CE-9D1BD4E14AFE}" presName="parTx" presStyleLbl="alignNode1" presStyleIdx="0" presStyleCnt="4" custScaleY="49765" custLinFactNeighborY="-27429">
        <dgm:presLayoutVars>
          <dgm:chMax val="0"/>
          <dgm:chPref val="0"/>
          <dgm:bulletEnabled val="1"/>
        </dgm:presLayoutVars>
      </dgm:prSet>
      <dgm:spPr/>
    </dgm:pt>
    <dgm:pt modelId="{24A78B10-1122-456B-A4D1-CD4B007FD4FB}" type="pres">
      <dgm:prSet presAssocID="{D91B1BEF-C508-4E28-B4CE-9D1BD4E14AFE}" presName="desTx" presStyleLbl="alignAccFollowNode1" presStyleIdx="0" presStyleCnt="4">
        <dgm:presLayoutVars>
          <dgm:bulletEnabled val="1"/>
        </dgm:presLayoutVars>
      </dgm:prSet>
      <dgm:spPr/>
    </dgm:pt>
    <dgm:pt modelId="{DA3FC855-9850-43F5-81E3-15435EF81C2B}" type="pres">
      <dgm:prSet presAssocID="{325893A6-A9E2-4003-B814-FDEDA51E3931}" presName="space" presStyleCnt="0"/>
      <dgm:spPr/>
    </dgm:pt>
    <dgm:pt modelId="{A947B7E8-51FD-4285-8427-F43B5F31F45B}" type="pres">
      <dgm:prSet presAssocID="{503736C0-8B55-4DB2-8614-96F8F55F05AB}" presName="composite" presStyleCnt="0"/>
      <dgm:spPr/>
    </dgm:pt>
    <dgm:pt modelId="{18BC538E-27CD-495D-96E0-7A5F9F105C4D}" type="pres">
      <dgm:prSet presAssocID="{503736C0-8B55-4DB2-8614-96F8F55F05AB}" presName="parTx" presStyleLbl="alignNode1" presStyleIdx="1" presStyleCnt="4" custScaleY="49765" custLinFactNeighborY="-27429">
        <dgm:presLayoutVars>
          <dgm:chMax val="0"/>
          <dgm:chPref val="0"/>
          <dgm:bulletEnabled val="1"/>
        </dgm:presLayoutVars>
      </dgm:prSet>
      <dgm:spPr/>
    </dgm:pt>
    <dgm:pt modelId="{388101F0-ACF0-4A7F-9616-9EAFD8CF0E04}" type="pres">
      <dgm:prSet presAssocID="{503736C0-8B55-4DB2-8614-96F8F55F05AB}" presName="desTx" presStyleLbl="alignAccFollowNode1" presStyleIdx="1" presStyleCnt="4">
        <dgm:presLayoutVars>
          <dgm:bulletEnabled val="1"/>
        </dgm:presLayoutVars>
      </dgm:prSet>
      <dgm:spPr/>
    </dgm:pt>
    <dgm:pt modelId="{AA72AAC6-95D1-4561-B877-229ED0299247}" type="pres">
      <dgm:prSet presAssocID="{F5CB56F8-49F4-48A7-99A6-86FEC0A507CA}" presName="space" presStyleCnt="0"/>
      <dgm:spPr/>
    </dgm:pt>
    <dgm:pt modelId="{CAE913DB-CF45-4AE6-8836-31C29871E510}" type="pres">
      <dgm:prSet presAssocID="{AF7959F6-2AB3-4E8F-8FAB-5AC41BEF2316}" presName="composite" presStyleCnt="0"/>
      <dgm:spPr/>
    </dgm:pt>
    <dgm:pt modelId="{8FFD9967-80FA-47CC-ACE3-A49408D80A7D}" type="pres">
      <dgm:prSet presAssocID="{AF7959F6-2AB3-4E8F-8FAB-5AC41BEF2316}" presName="parTx" presStyleLbl="alignNode1" presStyleIdx="2" presStyleCnt="4" custScaleY="49765" custLinFactNeighborY="-27429">
        <dgm:presLayoutVars>
          <dgm:chMax val="0"/>
          <dgm:chPref val="0"/>
          <dgm:bulletEnabled val="1"/>
        </dgm:presLayoutVars>
      </dgm:prSet>
      <dgm:spPr/>
    </dgm:pt>
    <dgm:pt modelId="{0D8F0945-6F19-4F22-984A-66F794A9D2B4}" type="pres">
      <dgm:prSet presAssocID="{AF7959F6-2AB3-4E8F-8FAB-5AC41BEF2316}" presName="desTx" presStyleLbl="alignAccFollowNode1" presStyleIdx="2" presStyleCnt="4">
        <dgm:presLayoutVars>
          <dgm:bulletEnabled val="1"/>
        </dgm:presLayoutVars>
      </dgm:prSet>
      <dgm:spPr/>
    </dgm:pt>
    <dgm:pt modelId="{2352C1E5-FAED-4C9A-9DB0-5427DB57075B}" type="pres">
      <dgm:prSet presAssocID="{E30E8709-E4F6-4D95-92F5-40085CAEAC87}" presName="space" presStyleCnt="0"/>
      <dgm:spPr/>
    </dgm:pt>
    <dgm:pt modelId="{1A3D2519-0AC1-47A9-86D0-B9A35AE076BE}" type="pres">
      <dgm:prSet presAssocID="{AFE0A9C9-A3B4-4D0C-8B18-B23DAF40509B}" presName="composite" presStyleCnt="0"/>
      <dgm:spPr/>
    </dgm:pt>
    <dgm:pt modelId="{5C17090D-F5EB-4A2B-8732-60EEF116F2CA}" type="pres">
      <dgm:prSet presAssocID="{AFE0A9C9-A3B4-4D0C-8B18-B23DAF40509B}" presName="parTx" presStyleLbl="alignNode1" presStyleIdx="3" presStyleCnt="4" custScaleY="49765" custLinFactNeighborY="-27429">
        <dgm:presLayoutVars>
          <dgm:chMax val="0"/>
          <dgm:chPref val="0"/>
          <dgm:bulletEnabled val="1"/>
        </dgm:presLayoutVars>
      </dgm:prSet>
      <dgm:spPr/>
    </dgm:pt>
    <dgm:pt modelId="{B834644C-1AFA-44DD-ADE2-7B7A2B03962D}" type="pres">
      <dgm:prSet presAssocID="{AFE0A9C9-A3B4-4D0C-8B18-B23DAF40509B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A58F906-E38C-4F6A-A95D-3835809DA87C}" srcId="{AF7959F6-2AB3-4E8F-8FAB-5AC41BEF2316}" destId="{BB5AD210-EE40-4F11-8507-EC1438061CFF}" srcOrd="0" destOrd="0" parTransId="{FE9DDA14-7291-40EA-812E-95A7DE151BD4}" sibTransId="{DB8183B0-3EB8-44F4-A1E8-29833F692757}"/>
    <dgm:cxn modelId="{8D20A115-9E04-4A71-ABAB-85D0B8D06675}" type="presOf" srcId="{7C7D9BE8-6213-4AE6-B1AB-DEC8750C1575}" destId="{388101F0-ACF0-4A7F-9616-9EAFD8CF0E04}" srcOrd="0" destOrd="1" presId="urn:microsoft.com/office/officeart/2005/8/layout/hList1"/>
    <dgm:cxn modelId="{276B5E1D-F336-4949-8CCA-2F85959E16E6}" srcId="{CE2A2A69-32D8-45F2-823D-3828A06B1BDA}" destId="{503736C0-8B55-4DB2-8614-96F8F55F05AB}" srcOrd="1" destOrd="0" parTransId="{8F20A4EC-9264-42E9-B40B-DCAB6FFAD388}" sibTransId="{F5CB56F8-49F4-48A7-99A6-86FEC0A507CA}"/>
    <dgm:cxn modelId="{FF8AA41F-698F-423D-9B9D-9284F47E018B}" srcId="{AFE0A9C9-A3B4-4D0C-8B18-B23DAF40509B}" destId="{D62C8650-C16B-4734-B4AB-F42449CD5A26}" srcOrd="0" destOrd="0" parTransId="{CF42BF72-A038-4F51-B790-CA418668F398}" sibTransId="{C02BA398-03C0-4606-B40C-1E76FB903543}"/>
    <dgm:cxn modelId="{98C8EC28-BAB3-4976-831D-F062FE651170}" srcId="{503736C0-8B55-4DB2-8614-96F8F55F05AB}" destId="{EE12E5F1-8A7E-4A99-A540-49AFD386579A}" srcOrd="0" destOrd="0" parTransId="{C36F8B17-5EA4-4BF6-9E98-B451FF4CCA48}" sibTransId="{38EF29DD-1342-44E0-9C0C-2FC9062C14A6}"/>
    <dgm:cxn modelId="{5DF0A030-9654-44C0-8A89-D5DDD346DC1D}" type="presOf" srcId="{BB5AD210-EE40-4F11-8507-EC1438061CFF}" destId="{0D8F0945-6F19-4F22-984A-66F794A9D2B4}" srcOrd="0" destOrd="0" presId="urn:microsoft.com/office/officeart/2005/8/layout/hList1"/>
    <dgm:cxn modelId="{2ED9AD3A-A557-4DB4-A50A-5D956C7F9423}" type="presOf" srcId="{22351E66-A88F-4744-B6F8-081B0156D11A}" destId="{24A78B10-1122-456B-A4D1-CD4B007FD4FB}" srcOrd="0" destOrd="0" presId="urn:microsoft.com/office/officeart/2005/8/layout/hList1"/>
    <dgm:cxn modelId="{09D6D440-3AB2-4810-8D20-B7B03BF2BC6B}" srcId="{CE2A2A69-32D8-45F2-823D-3828A06B1BDA}" destId="{AFE0A9C9-A3B4-4D0C-8B18-B23DAF40509B}" srcOrd="3" destOrd="0" parTransId="{DB841BC2-D3AF-4ED3-8A5C-4F3889C04536}" sibTransId="{036E00A3-46E0-4C43-91ED-411B2325318E}"/>
    <dgm:cxn modelId="{A6FAA342-02FF-4922-BC79-B6FD4EFF01B7}" type="presOf" srcId="{AFE0A9C9-A3B4-4D0C-8B18-B23DAF40509B}" destId="{5C17090D-F5EB-4A2B-8732-60EEF116F2CA}" srcOrd="0" destOrd="0" presId="urn:microsoft.com/office/officeart/2005/8/layout/hList1"/>
    <dgm:cxn modelId="{8D978544-3481-4A44-989D-D20835F80A3E}" type="presOf" srcId="{CE2A2A69-32D8-45F2-823D-3828A06B1BDA}" destId="{86FAE20E-07CC-46A7-B1CF-ECF7E4B11A16}" srcOrd="0" destOrd="0" presId="urn:microsoft.com/office/officeart/2005/8/layout/hList1"/>
    <dgm:cxn modelId="{36F9194D-07F6-44A5-8D30-9A3A67BC4227}" srcId="{AF7959F6-2AB3-4E8F-8FAB-5AC41BEF2316}" destId="{A3663B69-0946-44FE-A81E-3D604CB5A78C}" srcOrd="1" destOrd="0" parTransId="{86D75E37-2275-45FF-BF5E-B5ED489766C9}" sibTransId="{E0CAB97F-DAEE-44CE-94B7-6F77DEDAD6A7}"/>
    <dgm:cxn modelId="{1C45CF51-A2FA-451E-BBF4-41C6FF158024}" srcId="{D91B1BEF-C508-4E28-B4CE-9D1BD4E14AFE}" destId="{22351E66-A88F-4744-B6F8-081B0156D11A}" srcOrd="0" destOrd="0" parTransId="{664E3330-5B88-4297-90A8-88AD487E5540}" sibTransId="{C29C88A0-1B1A-4EE2-B835-AC1378DBAACA}"/>
    <dgm:cxn modelId="{F94F137C-2114-4F40-B828-D5A6AEC9CC37}" type="presOf" srcId="{EE12E5F1-8A7E-4A99-A540-49AFD386579A}" destId="{388101F0-ACF0-4A7F-9616-9EAFD8CF0E04}" srcOrd="0" destOrd="0" presId="urn:microsoft.com/office/officeart/2005/8/layout/hList1"/>
    <dgm:cxn modelId="{9F528394-C435-4685-9C30-7427DB3CF433}" srcId="{D91B1BEF-C508-4E28-B4CE-9D1BD4E14AFE}" destId="{F9E84576-7226-4752-8BF8-6858D081E750}" srcOrd="1" destOrd="0" parTransId="{872E534B-601D-49C9-8E9B-9E640B32BDE3}" sibTransId="{D3B1B347-DFAF-455A-A07D-A0CC7D799504}"/>
    <dgm:cxn modelId="{B7F15F95-E4ED-4BD8-B954-FBE72E8094F7}" type="presOf" srcId="{AF7959F6-2AB3-4E8F-8FAB-5AC41BEF2316}" destId="{8FFD9967-80FA-47CC-ACE3-A49408D80A7D}" srcOrd="0" destOrd="0" presId="urn:microsoft.com/office/officeart/2005/8/layout/hList1"/>
    <dgm:cxn modelId="{340BC495-0369-49FB-B936-DA155A907978}" srcId="{AFE0A9C9-A3B4-4D0C-8B18-B23DAF40509B}" destId="{507D815F-B0BA-4878-BB9A-13E46DF51673}" srcOrd="1" destOrd="0" parTransId="{6834FEBC-FF9F-4F45-BA53-B85CC87FBC43}" sibTransId="{8884C433-7CBA-43FA-8A0F-5B7F9F3EE9E2}"/>
    <dgm:cxn modelId="{C538CF97-4971-4ACA-864F-B97F4624ADB1}" type="presOf" srcId="{F9E84576-7226-4752-8BF8-6858D081E750}" destId="{24A78B10-1122-456B-A4D1-CD4B007FD4FB}" srcOrd="0" destOrd="1" presId="urn:microsoft.com/office/officeart/2005/8/layout/hList1"/>
    <dgm:cxn modelId="{DBFBAFAB-8756-48BE-AC4A-D1FD6F97A6F3}" type="presOf" srcId="{A3663B69-0946-44FE-A81E-3D604CB5A78C}" destId="{0D8F0945-6F19-4F22-984A-66F794A9D2B4}" srcOrd="0" destOrd="1" presId="urn:microsoft.com/office/officeart/2005/8/layout/hList1"/>
    <dgm:cxn modelId="{0A28ECAD-05C4-4396-82F6-87F35737A358}" srcId="{503736C0-8B55-4DB2-8614-96F8F55F05AB}" destId="{7C7D9BE8-6213-4AE6-B1AB-DEC8750C1575}" srcOrd="1" destOrd="0" parTransId="{CACDF5AD-C572-4020-9594-ABE71C9AE2C2}" sibTransId="{7CC2D6E6-B289-467F-96A9-A154D583CF0C}"/>
    <dgm:cxn modelId="{F8C908B3-2E1B-4C00-A263-2EDBCB2CBD60}" type="presOf" srcId="{507D815F-B0BA-4878-BB9A-13E46DF51673}" destId="{B834644C-1AFA-44DD-ADE2-7B7A2B03962D}" srcOrd="0" destOrd="1" presId="urn:microsoft.com/office/officeart/2005/8/layout/hList1"/>
    <dgm:cxn modelId="{22A0B5C7-DB9C-4B9A-82F8-1A567511BA2E}" type="presOf" srcId="{D91B1BEF-C508-4E28-B4CE-9D1BD4E14AFE}" destId="{0086F6FC-C611-4BF3-A556-9E065725F22D}" srcOrd="0" destOrd="0" presId="urn:microsoft.com/office/officeart/2005/8/layout/hList1"/>
    <dgm:cxn modelId="{62C849D2-9A36-4014-8D8F-4E074F2D6618}" type="presOf" srcId="{D62C8650-C16B-4734-B4AB-F42449CD5A26}" destId="{B834644C-1AFA-44DD-ADE2-7B7A2B03962D}" srcOrd="0" destOrd="0" presId="urn:microsoft.com/office/officeart/2005/8/layout/hList1"/>
    <dgm:cxn modelId="{3158F5D8-BD0A-41E5-ADA3-3F76CD4E0967}" srcId="{CE2A2A69-32D8-45F2-823D-3828A06B1BDA}" destId="{D91B1BEF-C508-4E28-B4CE-9D1BD4E14AFE}" srcOrd="0" destOrd="0" parTransId="{BDA6AA6C-AD2E-4A0E-ABF1-C23634696E0A}" sibTransId="{325893A6-A9E2-4003-B814-FDEDA51E3931}"/>
    <dgm:cxn modelId="{C5A4FCE9-B5AE-442D-A65F-10B38466DADF}" type="presOf" srcId="{503736C0-8B55-4DB2-8614-96F8F55F05AB}" destId="{18BC538E-27CD-495D-96E0-7A5F9F105C4D}" srcOrd="0" destOrd="0" presId="urn:microsoft.com/office/officeart/2005/8/layout/hList1"/>
    <dgm:cxn modelId="{3DDA67F6-4B32-412B-9EC0-6DB3999E22C2}" srcId="{CE2A2A69-32D8-45F2-823D-3828A06B1BDA}" destId="{AF7959F6-2AB3-4E8F-8FAB-5AC41BEF2316}" srcOrd="2" destOrd="0" parTransId="{DB6F49ED-FD21-4ECB-BD74-EDA71CDA5B3D}" sibTransId="{E30E8709-E4F6-4D95-92F5-40085CAEAC87}"/>
    <dgm:cxn modelId="{F7F115CE-1B18-43C9-AC47-AD2E51827847}" type="presParOf" srcId="{86FAE20E-07CC-46A7-B1CF-ECF7E4B11A16}" destId="{F874BDA6-371D-440B-9EA2-22D234C98DB6}" srcOrd="0" destOrd="0" presId="urn:microsoft.com/office/officeart/2005/8/layout/hList1"/>
    <dgm:cxn modelId="{E7E6A97A-DD7F-4F85-BA4D-DA6A4C42EEB0}" type="presParOf" srcId="{F874BDA6-371D-440B-9EA2-22D234C98DB6}" destId="{0086F6FC-C611-4BF3-A556-9E065725F22D}" srcOrd="0" destOrd="0" presId="urn:microsoft.com/office/officeart/2005/8/layout/hList1"/>
    <dgm:cxn modelId="{483C0F64-39CE-4295-AE25-5A69AEE6DFE0}" type="presParOf" srcId="{F874BDA6-371D-440B-9EA2-22D234C98DB6}" destId="{24A78B10-1122-456B-A4D1-CD4B007FD4FB}" srcOrd="1" destOrd="0" presId="urn:microsoft.com/office/officeart/2005/8/layout/hList1"/>
    <dgm:cxn modelId="{097D4224-EA77-4295-8198-AC85C4451657}" type="presParOf" srcId="{86FAE20E-07CC-46A7-B1CF-ECF7E4B11A16}" destId="{DA3FC855-9850-43F5-81E3-15435EF81C2B}" srcOrd="1" destOrd="0" presId="urn:microsoft.com/office/officeart/2005/8/layout/hList1"/>
    <dgm:cxn modelId="{0F23BF63-516A-451F-8B90-020B103BD6FD}" type="presParOf" srcId="{86FAE20E-07CC-46A7-B1CF-ECF7E4B11A16}" destId="{A947B7E8-51FD-4285-8427-F43B5F31F45B}" srcOrd="2" destOrd="0" presId="urn:microsoft.com/office/officeart/2005/8/layout/hList1"/>
    <dgm:cxn modelId="{97644F49-6209-4340-A175-95DE700AEA87}" type="presParOf" srcId="{A947B7E8-51FD-4285-8427-F43B5F31F45B}" destId="{18BC538E-27CD-495D-96E0-7A5F9F105C4D}" srcOrd="0" destOrd="0" presId="urn:microsoft.com/office/officeart/2005/8/layout/hList1"/>
    <dgm:cxn modelId="{2542D372-2CC7-4B02-9F18-B85B7214629F}" type="presParOf" srcId="{A947B7E8-51FD-4285-8427-F43B5F31F45B}" destId="{388101F0-ACF0-4A7F-9616-9EAFD8CF0E04}" srcOrd="1" destOrd="0" presId="urn:microsoft.com/office/officeart/2005/8/layout/hList1"/>
    <dgm:cxn modelId="{6D3D77FD-7F68-4827-81C9-D8F308169911}" type="presParOf" srcId="{86FAE20E-07CC-46A7-B1CF-ECF7E4B11A16}" destId="{AA72AAC6-95D1-4561-B877-229ED0299247}" srcOrd="3" destOrd="0" presId="urn:microsoft.com/office/officeart/2005/8/layout/hList1"/>
    <dgm:cxn modelId="{7795974C-742A-41AB-9FB7-A16321A969EC}" type="presParOf" srcId="{86FAE20E-07CC-46A7-B1CF-ECF7E4B11A16}" destId="{CAE913DB-CF45-4AE6-8836-31C29871E510}" srcOrd="4" destOrd="0" presId="urn:microsoft.com/office/officeart/2005/8/layout/hList1"/>
    <dgm:cxn modelId="{23612C2A-25AE-40DA-9A02-2FE8405B7BA6}" type="presParOf" srcId="{CAE913DB-CF45-4AE6-8836-31C29871E510}" destId="{8FFD9967-80FA-47CC-ACE3-A49408D80A7D}" srcOrd="0" destOrd="0" presId="urn:microsoft.com/office/officeart/2005/8/layout/hList1"/>
    <dgm:cxn modelId="{F334B120-752C-4879-9FF1-BCB220E4232E}" type="presParOf" srcId="{CAE913DB-CF45-4AE6-8836-31C29871E510}" destId="{0D8F0945-6F19-4F22-984A-66F794A9D2B4}" srcOrd="1" destOrd="0" presId="urn:microsoft.com/office/officeart/2005/8/layout/hList1"/>
    <dgm:cxn modelId="{653517FE-06F4-4E9B-B5B4-29684A0E19A3}" type="presParOf" srcId="{86FAE20E-07CC-46A7-B1CF-ECF7E4B11A16}" destId="{2352C1E5-FAED-4C9A-9DB0-5427DB57075B}" srcOrd="5" destOrd="0" presId="urn:microsoft.com/office/officeart/2005/8/layout/hList1"/>
    <dgm:cxn modelId="{34FC70CD-DFAB-4B9F-AD25-512A8530C405}" type="presParOf" srcId="{86FAE20E-07CC-46A7-B1CF-ECF7E4B11A16}" destId="{1A3D2519-0AC1-47A9-86D0-B9A35AE076BE}" srcOrd="6" destOrd="0" presId="urn:microsoft.com/office/officeart/2005/8/layout/hList1"/>
    <dgm:cxn modelId="{D8B75DAB-09D1-4312-A950-224F12CD05E4}" type="presParOf" srcId="{1A3D2519-0AC1-47A9-86D0-B9A35AE076BE}" destId="{5C17090D-F5EB-4A2B-8732-60EEF116F2CA}" srcOrd="0" destOrd="0" presId="urn:microsoft.com/office/officeart/2005/8/layout/hList1"/>
    <dgm:cxn modelId="{DBBA47BA-80B9-4BBB-B9BB-8F5341406F2D}" type="presParOf" srcId="{1A3D2519-0AC1-47A9-86D0-B9A35AE076BE}" destId="{B834644C-1AFA-44DD-ADE2-7B7A2B03962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C8F6CD0-C48E-45F0-A75C-A650C77B7136}" type="doc">
      <dgm:prSet loTypeId="urn:diagrams.loki3.com/Bracket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8B3F8BA7-6CD9-4677-9D0D-E90980144898}">
      <dgm:prSet phldrT="[Text]" custT="1"/>
      <dgm:spPr>
        <a:noFill/>
        <a:ln>
          <a:noFill/>
        </a:ln>
      </dgm:spPr>
      <dgm:t>
        <a:bodyPr/>
        <a:lstStyle/>
        <a:p>
          <a:r>
            <a:rPr lang="en-IN" sz="1800" b="0" i="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Dimensions</a:t>
          </a:r>
          <a:endParaRPr lang="en-IN" sz="2000" b="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7C01C457-B627-4B43-A276-4AE2966001B8}" type="parTrans" cxnId="{B8B66B6E-00FF-4FE5-8619-863289A5300B}">
      <dgm:prSet/>
      <dgm:spPr/>
      <dgm:t>
        <a:bodyPr/>
        <a:lstStyle/>
        <a:p>
          <a:endParaRPr lang="en-IN"/>
        </a:p>
      </dgm:t>
    </dgm:pt>
    <dgm:pt modelId="{3E922D61-C4A0-4FFA-BED8-5BBF3E1B1742}" type="sibTrans" cxnId="{B8B66B6E-00FF-4FE5-8619-863289A5300B}">
      <dgm:prSet/>
      <dgm:spPr/>
      <dgm:t>
        <a:bodyPr/>
        <a:lstStyle/>
        <a:p>
          <a:endParaRPr lang="en-IN"/>
        </a:p>
      </dgm:t>
    </dgm:pt>
    <dgm:pt modelId="{BCBD7997-D347-4FD7-963A-E635B6676E07}">
      <dgm:prSet phldrT="[Text]" custT="1"/>
      <dgm:spPr>
        <a:noFill/>
        <a:ln>
          <a:noFill/>
        </a:ln>
      </dgm:spPr>
      <dgm:t>
        <a:bodyPr/>
        <a:lstStyle/>
        <a:p>
          <a:r>
            <a:rPr lang="en-IN" sz="18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Associativity</a:t>
          </a:r>
          <a:endParaRPr lang="en-IN" sz="20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gm:t>
    </dgm:pt>
    <dgm:pt modelId="{6371DAB7-7765-4268-B34F-F4D626D69B31}" type="parTrans" cxnId="{6EC3CBD8-C728-4007-BD0A-328603CFEB14}">
      <dgm:prSet/>
      <dgm:spPr/>
      <dgm:t>
        <a:bodyPr/>
        <a:lstStyle/>
        <a:p>
          <a:endParaRPr lang="en-IN"/>
        </a:p>
      </dgm:t>
    </dgm:pt>
    <dgm:pt modelId="{BB9088BE-2889-4B8B-B6A4-1BDF9FF256F3}" type="sibTrans" cxnId="{6EC3CBD8-C728-4007-BD0A-328603CFEB14}">
      <dgm:prSet/>
      <dgm:spPr/>
      <dgm:t>
        <a:bodyPr/>
        <a:lstStyle/>
        <a:p>
          <a:endParaRPr lang="en-IN"/>
        </a:p>
      </dgm:t>
    </dgm:pt>
    <dgm:pt modelId="{0C67E078-92C8-45D0-899A-B919EA8C971F}">
      <dgm:prSet phldrT="[Text]" custT="1"/>
      <dgm:spPr>
        <a:noFill/>
        <a:ln>
          <a:noFill/>
        </a:ln>
      </dgm:spPr>
      <dgm:t>
        <a:bodyPr/>
        <a:lstStyle/>
        <a:p>
          <a:r>
            <a:rPr lang="en-IN" sz="18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Commutativity</a:t>
          </a:r>
          <a:r>
            <a:rPr lang="en-IN" sz="20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 </a:t>
          </a:r>
        </a:p>
      </dgm:t>
    </dgm:pt>
    <dgm:pt modelId="{5B2FCF97-DC7E-40CC-88A6-2B2AB8991563}" type="parTrans" cxnId="{F12B50B4-3B95-4331-949A-A31ACF0DF44D}">
      <dgm:prSet/>
      <dgm:spPr/>
      <dgm:t>
        <a:bodyPr/>
        <a:lstStyle/>
        <a:p>
          <a:endParaRPr lang="en-IN"/>
        </a:p>
      </dgm:t>
    </dgm:pt>
    <dgm:pt modelId="{F5EC4ED1-9798-4A00-AC8B-D98CA298C3FD}" type="sibTrans" cxnId="{F12B50B4-3B95-4331-949A-A31ACF0DF44D}">
      <dgm:prSet/>
      <dgm:spPr/>
      <dgm:t>
        <a:bodyPr/>
        <a:lstStyle/>
        <a:p>
          <a:endParaRPr lang="en-IN"/>
        </a:p>
      </dgm:t>
    </dgm:pt>
    <dgm:pt modelId="{77DEBAEA-F640-44CB-B196-766408897B82}">
      <dgm:prSet phldrT="[Text]" custT="1"/>
      <dgm:spPr>
        <a:noFill/>
        <a:ln>
          <a:noFill/>
        </a:ln>
      </dgm:spPr>
      <dgm:t>
        <a:bodyPr/>
        <a:lstStyle/>
        <a:p>
          <a:r>
            <a: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Tensor Product of Linear Map</a:t>
          </a:r>
        </a:p>
      </dgm:t>
    </dgm:pt>
    <dgm:pt modelId="{68D843D9-BCCE-431B-89AF-27C6BCAE3268}" type="parTrans" cxnId="{F98DDFC8-C174-42FD-AFE8-451BC884E829}">
      <dgm:prSet/>
      <dgm:spPr/>
      <dgm:t>
        <a:bodyPr/>
        <a:lstStyle/>
        <a:p>
          <a:endParaRPr lang="en-IN"/>
        </a:p>
      </dgm:t>
    </dgm:pt>
    <dgm:pt modelId="{427B7377-45D7-41E8-8A3E-4D7A3FE7AA49}" type="sibTrans" cxnId="{F98DDFC8-C174-42FD-AFE8-451BC884E829}">
      <dgm:prSet/>
      <dgm:spPr/>
      <dgm:t>
        <a:bodyPr/>
        <a:lstStyle/>
        <a:p>
          <a:endParaRPr lang="en-IN"/>
        </a:p>
      </dgm:t>
    </dgm:pt>
    <dgm:pt modelId="{5CF14B1E-B3FC-4EBC-8E3E-F487072CD42D}">
      <dgm:prSet phldrT="[Text]" custT="1"/>
      <dgm:spPr>
        <a:solidFill>
          <a:schemeClr val="bg2">
            <a:lumMod val="25000"/>
          </a:schemeClr>
        </a:solidFill>
        <a:ln>
          <a:noFill/>
        </a:ln>
      </dgm:spPr>
      <dgm:t>
        <a:bodyPr/>
        <a:lstStyle/>
        <a:p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If </a:t>
          </a:r>
          <a:r>
            <a:rPr lang="en-US" sz="14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V</a:t>
          </a:r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 and </a:t>
          </a:r>
          <a:r>
            <a:rPr lang="en-US" sz="14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W</a:t>
          </a:r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 are vectors spaces of finite dimension, then V⊗W is finite-dimensional, and its dimension is the product of the dimensions of </a:t>
          </a:r>
          <a:r>
            <a:rPr lang="en-US" sz="14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V</a:t>
          </a:r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 and </a:t>
          </a:r>
          <a:r>
            <a:rPr lang="en-US" sz="14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W</a:t>
          </a:r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400" dirty="0"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gm:t>
    </dgm:pt>
    <dgm:pt modelId="{D0A6D83F-8143-4A6D-8243-ADD86F8DA2CB}" type="parTrans" cxnId="{944C6819-B471-4D75-817F-804C62E759EE}">
      <dgm:prSet/>
      <dgm:spPr/>
      <dgm:t>
        <a:bodyPr/>
        <a:lstStyle/>
        <a:p>
          <a:endParaRPr lang="en-IN"/>
        </a:p>
      </dgm:t>
    </dgm:pt>
    <dgm:pt modelId="{B9AEED12-B497-4C78-BC82-392D08831DA9}" type="sibTrans" cxnId="{944C6819-B471-4D75-817F-804C62E759EE}">
      <dgm:prSet/>
      <dgm:spPr/>
      <dgm:t>
        <a:bodyPr/>
        <a:lstStyle/>
        <a:p>
          <a:endParaRPr lang="en-IN"/>
        </a:p>
      </dgm:t>
    </dgm:pt>
    <dgm:pt modelId="{7FB98D1C-1C39-466F-A8FC-DD432F9F2C65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2734599-C9C8-496A-9320-15C1DB80DB21}" type="parTrans" cxnId="{A0169A45-FC03-4E51-B4B9-539D2D9BC41A}">
      <dgm:prSet/>
      <dgm:spPr/>
      <dgm:t>
        <a:bodyPr/>
        <a:lstStyle/>
        <a:p>
          <a:endParaRPr lang="en-IN"/>
        </a:p>
      </dgm:t>
    </dgm:pt>
    <dgm:pt modelId="{E21BFBFB-7905-4965-847C-8B4FB71F2164}" type="sibTrans" cxnId="{A0169A45-FC03-4E51-B4B9-539D2D9BC41A}">
      <dgm:prSet/>
      <dgm:spPr/>
      <dgm:t>
        <a:bodyPr/>
        <a:lstStyle/>
        <a:p>
          <a:endParaRPr lang="en-IN"/>
        </a:p>
      </dgm:t>
    </dgm:pt>
    <dgm:pt modelId="{D66946F2-441F-4EEF-A64F-AA3599ABB252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99F40A5-5725-4A6E-8829-2B94F433B613}" type="parTrans" cxnId="{BCF5D6BA-C70C-4521-9F83-9B7656A01C75}">
      <dgm:prSet/>
      <dgm:spPr/>
      <dgm:t>
        <a:bodyPr/>
        <a:lstStyle/>
        <a:p>
          <a:endParaRPr lang="en-IN"/>
        </a:p>
      </dgm:t>
    </dgm:pt>
    <dgm:pt modelId="{A0EE5248-7D4A-4892-B02A-4805BE8C6FCA}" type="sibTrans" cxnId="{BCF5D6BA-C70C-4521-9F83-9B7656A01C75}">
      <dgm:prSet/>
      <dgm:spPr/>
      <dgm:t>
        <a:bodyPr/>
        <a:lstStyle/>
        <a:p>
          <a:endParaRPr lang="en-IN"/>
        </a:p>
      </dgm:t>
    </dgm:pt>
    <dgm:pt modelId="{DDBA7BDB-CA63-417A-A26A-100F389AA89C}">
      <dgm:prSet phldrT="[Text]" custT="1"/>
      <dgm:spPr>
        <a:blipFill>
          <a:blip xmlns:r="http://schemas.openxmlformats.org/officeDocument/2006/relationships" r:embed="rId3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B39A063-3754-44F5-8C87-E555EBA5E75A}" type="parTrans" cxnId="{1DD87491-F3EE-4E80-999F-7CC13E49AFFA}">
      <dgm:prSet/>
      <dgm:spPr/>
      <dgm:t>
        <a:bodyPr/>
        <a:lstStyle/>
        <a:p>
          <a:endParaRPr lang="en-IN"/>
        </a:p>
      </dgm:t>
    </dgm:pt>
    <dgm:pt modelId="{71A60717-7C89-4D11-8020-6BDF510B505F}" type="sibTrans" cxnId="{1DD87491-F3EE-4E80-999F-7CC13E49AFFA}">
      <dgm:prSet/>
      <dgm:spPr/>
      <dgm:t>
        <a:bodyPr/>
        <a:lstStyle/>
        <a:p>
          <a:endParaRPr lang="en-IN"/>
        </a:p>
      </dgm:t>
    </dgm:pt>
    <dgm:pt modelId="{782E1000-3AAE-4824-B13A-D3A136EA5CBB}">
      <dgm:prSet phldrT="[Text]" custT="1"/>
      <dgm:spPr>
        <a:solidFill>
          <a:schemeClr val="bg2">
            <a:lumMod val="25000"/>
          </a:schemeClr>
        </a:solidFill>
        <a:ln>
          <a:noFill/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6FDBE4C-004D-4B79-8935-07AB9A879B48}" type="parTrans" cxnId="{2305B860-B9C3-4F4F-92A9-0BF73F413295}">
      <dgm:prSet/>
      <dgm:spPr/>
      <dgm:t>
        <a:bodyPr/>
        <a:lstStyle/>
        <a:p>
          <a:endParaRPr lang="en-IN"/>
        </a:p>
      </dgm:t>
    </dgm:pt>
    <dgm:pt modelId="{D8F81122-F060-482E-8849-E3E60F435972}" type="sibTrans" cxnId="{2305B860-B9C3-4F4F-92A9-0BF73F413295}">
      <dgm:prSet/>
      <dgm:spPr/>
      <dgm:t>
        <a:bodyPr/>
        <a:lstStyle/>
        <a:p>
          <a:endParaRPr lang="en-IN"/>
        </a:p>
      </dgm:t>
    </dgm:pt>
    <dgm:pt modelId="{E8B311D4-B435-4EAE-B2E6-274C5CC712BB}" type="pres">
      <dgm:prSet presAssocID="{CC8F6CD0-C48E-45F0-A75C-A650C77B7136}" presName="Name0" presStyleCnt="0">
        <dgm:presLayoutVars>
          <dgm:dir/>
          <dgm:animLvl val="lvl"/>
          <dgm:resizeHandles val="exact"/>
        </dgm:presLayoutVars>
      </dgm:prSet>
      <dgm:spPr/>
    </dgm:pt>
    <dgm:pt modelId="{7C543637-B74E-46A9-9040-863AAC930F28}" type="pres">
      <dgm:prSet presAssocID="{8B3F8BA7-6CD9-4677-9D0D-E90980144898}" presName="linNode" presStyleCnt="0"/>
      <dgm:spPr/>
    </dgm:pt>
    <dgm:pt modelId="{00D8FA48-E3BF-47DF-B961-6DF87277AEB5}" type="pres">
      <dgm:prSet presAssocID="{8B3F8BA7-6CD9-4677-9D0D-E90980144898}" presName="parTx" presStyleLbl="revTx" presStyleIdx="0" presStyleCnt="4">
        <dgm:presLayoutVars>
          <dgm:chMax val="1"/>
          <dgm:bulletEnabled val="1"/>
        </dgm:presLayoutVars>
      </dgm:prSet>
      <dgm:spPr/>
    </dgm:pt>
    <dgm:pt modelId="{97D9D34C-F670-4335-A934-50B3A6468356}" type="pres">
      <dgm:prSet presAssocID="{8B3F8BA7-6CD9-4677-9D0D-E90980144898}" presName="bracket" presStyleLbl="parChTrans1D1" presStyleIdx="0" presStyleCnt="4"/>
      <dgm:spPr/>
    </dgm:pt>
    <dgm:pt modelId="{93E3DECF-9981-4859-82A0-1CD9B79D2FA3}" type="pres">
      <dgm:prSet presAssocID="{8B3F8BA7-6CD9-4677-9D0D-E90980144898}" presName="spH" presStyleCnt="0"/>
      <dgm:spPr/>
    </dgm:pt>
    <dgm:pt modelId="{4FE09E09-01A3-49F4-B05F-1D7C7D318578}" type="pres">
      <dgm:prSet presAssocID="{8B3F8BA7-6CD9-4677-9D0D-E90980144898}" presName="desTx" presStyleLbl="node1" presStyleIdx="0" presStyleCnt="4">
        <dgm:presLayoutVars>
          <dgm:bulletEnabled val="1"/>
        </dgm:presLayoutVars>
      </dgm:prSet>
      <dgm:spPr>
        <a:prstGeom prst="roundRect">
          <a:avLst/>
        </a:prstGeom>
      </dgm:spPr>
    </dgm:pt>
    <dgm:pt modelId="{40C0C771-1C79-4226-AEFD-20F78C54CDF9}" type="pres">
      <dgm:prSet presAssocID="{3E922D61-C4A0-4FFA-BED8-5BBF3E1B1742}" presName="spV" presStyleCnt="0"/>
      <dgm:spPr/>
    </dgm:pt>
    <dgm:pt modelId="{2A752B69-6C00-4EFB-8B23-2E2F0B78EFBA}" type="pres">
      <dgm:prSet presAssocID="{BCBD7997-D347-4FD7-963A-E635B6676E07}" presName="linNode" presStyleCnt="0"/>
      <dgm:spPr/>
    </dgm:pt>
    <dgm:pt modelId="{92B4472D-3B29-4B75-8D23-5C8995B60785}" type="pres">
      <dgm:prSet presAssocID="{BCBD7997-D347-4FD7-963A-E635B6676E07}" presName="parTx" presStyleLbl="revTx" presStyleIdx="1" presStyleCnt="4">
        <dgm:presLayoutVars>
          <dgm:chMax val="1"/>
          <dgm:bulletEnabled val="1"/>
        </dgm:presLayoutVars>
      </dgm:prSet>
      <dgm:spPr/>
    </dgm:pt>
    <dgm:pt modelId="{DA77E378-85A5-41AF-9FC2-1A980EFFC1DB}" type="pres">
      <dgm:prSet presAssocID="{BCBD7997-D347-4FD7-963A-E635B6676E07}" presName="bracket" presStyleLbl="parChTrans1D1" presStyleIdx="1" presStyleCnt="4"/>
      <dgm:spPr/>
    </dgm:pt>
    <dgm:pt modelId="{C0B2FCD2-E3B8-4369-A619-2390D6672848}" type="pres">
      <dgm:prSet presAssocID="{BCBD7997-D347-4FD7-963A-E635B6676E07}" presName="spH" presStyleCnt="0"/>
      <dgm:spPr/>
    </dgm:pt>
    <dgm:pt modelId="{C01FBEB7-3332-4F94-BDD1-7D953AEBBC52}" type="pres">
      <dgm:prSet presAssocID="{BCBD7997-D347-4FD7-963A-E635B6676E07}" presName="desTx" presStyleLbl="node1" presStyleIdx="1" presStyleCnt="4">
        <dgm:presLayoutVars>
          <dgm:bulletEnabled val="1"/>
        </dgm:presLayoutVars>
      </dgm:prSet>
      <dgm:spPr>
        <a:prstGeom prst="roundRect">
          <a:avLst/>
        </a:prstGeom>
      </dgm:spPr>
    </dgm:pt>
    <dgm:pt modelId="{FF894BD8-992A-4CF9-BF34-E3CFE59810A2}" type="pres">
      <dgm:prSet presAssocID="{BB9088BE-2889-4B8B-B6A4-1BDF9FF256F3}" presName="spV" presStyleCnt="0"/>
      <dgm:spPr/>
    </dgm:pt>
    <dgm:pt modelId="{5643797F-7C42-4CAC-8200-482CF70413C0}" type="pres">
      <dgm:prSet presAssocID="{0C67E078-92C8-45D0-899A-B919EA8C971F}" presName="linNode" presStyleCnt="0"/>
      <dgm:spPr/>
    </dgm:pt>
    <dgm:pt modelId="{A08CAD11-F94D-41D2-ABB6-9F5361F3090B}" type="pres">
      <dgm:prSet presAssocID="{0C67E078-92C8-45D0-899A-B919EA8C971F}" presName="parTx" presStyleLbl="revTx" presStyleIdx="2" presStyleCnt="4">
        <dgm:presLayoutVars>
          <dgm:chMax val="1"/>
          <dgm:bulletEnabled val="1"/>
        </dgm:presLayoutVars>
      </dgm:prSet>
      <dgm:spPr/>
    </dgm:pt>
    <dgm:pt modelId="{D0A61E7B-7889-4251-91F5-ED5716E3AB69}" type="pres">
      <dgm:prSet presAssocID="{0C67E078-92C8-45D0-899A-B919EA8C971F}" presName="bracket" presStyleLbl="parChTrans1D1" presStyleIdx="2" presStyleCnt="4"/>
      <dgm:spPr/>
    </dgm:pt>
    <dgm:pt modelId="{40271DB8-C9BF-441E-AFA5-F89F02FEE686}" type="pres">
      <dgm:prSet presAssocID="{0C67E078-92C8-45D0-899A-B919EA8C971F}" presName="spH" presStyleCnt="0"/>
      <dgm:spPr/>
    </dgm:pt>
    <dgm:pt modelId="{CB43C7AC-1AEC-4600-B39B-B8353748C27F}" type="pres">
      <dgm:prSet presAssocID="{0C67E078-92C8-45D0-899A-B919EA8C971F}" presName="desTx" presStyleLbl="node1" presStyleIdx="2" presStyleCnt="4">
        <dgm:presLayoutVars>
          <dgm:bulletEnabled val="1"/>
        </dgm:presLayoutVars>
      </dgm:prSet>
      <dgm:spPr>
        <a:prstGeom prst="roundRect">
          <a:avLst/>
        </a:prstGeom>
      </dgm:spPr>
    </dgm:pt>
    <dgm:pt modelId="{F69859A0-147D-4AED-BC0D-718A42760194}" type="pres">
      <dgm:prSet presAssocID="{F5EC4ED1-9798-4A00-AC8B-D98CA298C3FD}" presName="spV" presStyleCnt="0"/>
      <dgm:spPr/>
    </dgm:pt>
    <dgm:pt modelId="{B465A6EE-578A-4CE6-BCEF-92DFE79905B6}" type="pres">
      <dgm:prSet presAssocID="{77DEBAEA-F640-44CB-B196-766408897B82}" presName="linNode" presStyleCnt="0"/>
      <dgm:spPr/>
    </dgm:pt>
    <dgm:pt modelId="{4EC620BB-3857-47D8-8E71-0E77D8B524F1}" type="pres">
      <dgm:prSet presAssocID="{77DEBAEA-F640-44CB-B196-766408897B82}" presName="parTx" presStyleLbl="revTx" presStyleIdx="3" presStyleCnt="4">
        <dgm:presLayoutVars>
          <dgm:chMax val="1"/>
          <dgm:bulletEnabled val="1"/>
        </dgm:presLayoutVars>
      </dgm:prSet>
      <dgm:spPr/>
    </dgm:pt>
    <dgm:pt modelId="{2CD8C99D-4724-40AC-900C-86768FAFA255}" type="pres">
      <dgm:prSet presAssocID="{77DEBAEA-F640-44CB-B196-766408897B82}" presName="bracket" presStyleLbl="parChTrans1D1" presStyleIdx="3" presStyleCnt="4"/>
      <dgm:spPr/>
    </dgm:pt>
    <dgm:pt modelId="{AA582475-37E2-4B7C-BF8E-A0A81F5C872B}" type="pres">
      <dgm:prSet presAssocID="{77DEBAEA-F640-44CB-B196-766408897B82}" presName="spH" presStyleCnt="0"/>
      <dgm:spPr/>
    </dgm:pt>
    <dgm:pt modelId="{3938D5E4-9118-42A1-B539-A02A4F3073A0}" type="pres">
      <dgm:prSet presAssocID="{77DEBAEA-F640-44CB-B196-766408897B82}" presName="desTx" presStyleLbl="node1" presStyleIdx="3" presStyleCnt="4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B43AF704-DC85-49E1-9A8E-A756EE5AE247}" type="presOf" srcId="{7FB98D1C-1C39-466F-A8FC-DD432F9F2C65}" destId="{C01FBEB7-3332-4F94-BDD1-7D953AEBBC52}" srcOrd="0" destOrd="0" presId="urn:diagrams.loki3.com/BracketList"/>
    <dgm:cxn modelId="{944C6819-B471-4D75-817F-804C62E759EE}" srcId="{8B3F8BA7-6CD9-4677-9D0D-E90980144898}" destId="{5CF14B1E-B3FC-4EBC-8E3E-F487072CD42D}" srcOrd="0" destOrd="0" parTransId="{D0A6D83F-8143-4A6D-8243-ADD86F8DA2CB}" sibTransId="{B9AEED12-B497-4C78-BC82-392D08831DA9}"/>
    <dgm:cxn modelId="{2305B860-B9C3-4F4F-92A9-0BF73F413295}" srcId="{0C67E078-92C8-45D0-899A-B919EA8C971F}" destId="{782E1000-3AAE-4824-B13A-D3A136EA5CBB}" srcOrd="1" destOrd="0" parTransId="{96FDBE4C-004D-4B79-8935-07AB9A879B48}" sibTransId="{D8F81122-F060-482E-8849-E3E60F435972}"/>
    <dgm:cxn modelId="{3EE23461-D3AF-4AEC-B6C2-91B306DEA2A6}" type="presOf" srcId="{782E1000-3AAE-4824-B13A-D3A136EA5CBB}" destId="{CB43C7AC-1AEC-4600-B39B-B8353748C27F}" srcOrd="0" destOrd="1" presId="urn:diagrams.loki3.com/BracketList"/>
    <dgm:cxn modelId="{FFE6B263-7942-4301-AAFE-E3E46C922A9D}" type="presOf" srcId="{8B3F8BA7-6CD9-4677-9D0D-E90980144898}" destId="{00D8FA48-E3BF-47DF-B961-6DF87277AEB5}" srcOrd="0" destOrd="0" presId="urn:diagrams.loki3.com/BracketList"/>
    <dgm:cxn modelId="{A0169A45-FC03-4E51-B4B9-539D2D9BC41A}" srcId="{BCBD7997-D347-4FD7-963A-E635B6676E07}" destId="{7FB98D1C-1C39-466F-A8FC-DD432F9F2C65}" srcOrd="0" destOrd="0" parTransId="{E2734599-C9C8-496A-9320-15C1DB80DB21}" sibTransId="{E21BFBFB-7905-4965-847C-8B4FB71F2164}"/>
    <dgm:cxn modelId="{B8B66B6E-00FF-4FE5-8619-863289A5300B}" srcId="{CC8F6CD0-C48E-45F0-A75C-A650C77B7136}" destId="{8B3F8BA7-6CD9-4677-9D0D-E90980144898}" srcOrd="0" destOrd="0" parTransId="{7C01C457-B627-4B43-A276-4AE2966001B8}" sibTransId="{3E922D61-C4A0-4FFA-BED8-5BBF3E1B1742}"/>
    <dgm:cxn modelId="{CBF9D757-04C1-4DF6-BC97-41A27A29903D}" type="presOf" srcId="{0C67E078-92C8-45D0-899A-B919EA8C971F}" destId="{A08CAD11-F94D-41D2-ABB6-9F5361F3090B}" srcOrd="0" destOrd="0" presId="urn:diagrams.loki3.com/BracketList"/>
    <dgm:cxn modelId="{22E9047C-47B6-4B6C-B513-DDC27A8A067F}" type="presOf" srcId="{77DEBAEA-F640-44CB-B196-766408897B82}" destId="{4EC620BB-3857-47D8-8E71-0E77D8B524F1}" srcOrd="0" destOrd="0" presId="urn:diagrams.loki3.com/BracketList"/>
    <dgm:cxn modelId="{D586448A-5117-48E6-9E48-FBAD7D095B57}" type="presOf" srcId="{5CF14B1E-B3FC-4EBC-8E3E-F487072CD42D}" destId="{4FE09E09-01A3-49F4-B05F-1D7C7D318578}" srcOrd="0" destOrd="0" presId="urn:diagrams.loki3.com/BracketList"/>
    <dgm:cxn modelId="{420D958A-6CB7-4B70-B92D-29C6EEB780AA}" type="presOf" srcId="{DDBA7BDB-CA63-417A-A26A-100F389AA89C}" destId="{3938D5E4-9118-42A1-B539-A02A4F3073A0}" srcOrd="0" destOrd="0" presId="urn:diagrams.loki3.com/BracketList"/>
    <dgm:cxn modelId="{8DF5398E-DF78-48DE-BE9C-74ECD775B5E8}" type="presOf" srcId="{CC8F6CD0-C48E-45F0-A75C-A650C77B7136}" destId="{E8B311D4-B435-4EAE-B2E6-274C5CC712BB}" srcOrd="0" destOrd="0" presId="urn:diagrams.loki3.com/BracketList"/>
    <dgm:cxn modelId="{1DD87491-F3EE-4E80-999F-7CC13E49AFFA}" srcId="{77DEBAEA-F640-44CB-B196-766408897B82}" destId="{DDBA7BDB-CA63-417A-A26A-100F389AA89C}" srcOrd="0" destOrd="0" parTransId="{1B39A063-3754-44F5-8C87-E555EBA5E75A}" sibTransId="{71A60717-7C89-4D11-8020-6BDF510B505F}"/>
    <dgm:cxn modelId="{F12B50B4-3B95-4331-949A-A31ACF0DF44D}" srcId="{CC8F6CD0-C48E-45F0-A75C-A650C77B7136}" destId="{0C67E078-92C8-45D0-899A-B919EA8C971F}" srcOrd="2" destOrd="0" parTransId="{5B2FCF97-DC7E-40CC-88A6-2B2AB8991563}" sibTransId="{F5EC4ED1-9798-4A00-AC8B-D98CA298C3FD}"/>
    <dgm:cxn modelId="{BCF5D6BA-C70C-4521-9F83-9B7656A01C75}" srcId="{0C67E078-92C8-45D0-899A-B919EA8C971F}" destId="{D66946F2-441F-4EEF-A64F-AA3599ABB252}" srcOrd="0" destOrd="0" parTransId="{A99F40A5-5725-4A6E-8829-2B94F433B613}" sibTransId="{A0EE5248-7D4A-4892-B02A-4805BE8C6FCA}"/>
    <dgm:cxn modelId="{F98DDFC8-C174-42FD-AFE8-451BC884E829}" srcId="{CC8F6CD0-C48E-45F0-A75C-A650C77B7136}" destId="{77DEBAEA-F640-44CB-B196-766408897B82}" srcOrd="3" destOrd="0" parTransId="{68D843D9-BCCE-431B-89AF-27C6BCAE3268}" sibTransId="{427B7377-45D7-41E8-8A3E-4D7A3FE7AA49}"/>
    <dgm:cxn modelId="{A6F85CD2-B08C-42DE-BBCE-ACF8C952075E}" type="presOf" srcId="{D66946F2-441F-4EEF-A64F-AA3599ABB252}" destId="{CB43C7AC-1AEC-4600-B39B-B8353748C27F}" srcOrd="0" destOrd="0" presId="urn:diagrams.loki3.com/BracketList"/>
    <dgm:cxn modelId="{6EC3CBD8-C728-4007-BD0A-328603CFEB14}" srcId="{CC8F6CD0-C48E-45F0-A75C-A650C77B7136}" destId="{BCBD7997-D347-4FD7-963A-E635B6676E07}" srcOrd="1" destOrd="0" parTransId="{6371DAB7-7765-4268-B34F-F4D626D69B31}" sibTransId="{BB9088BE-2889-4B8B-B6A4-1BDF9FF256F3}"/>
    <dgm:cxn modelId="{FF1919EB-05F2-4233-ABAB-DA2B5E16C027}" type="presOf" srcId="{BCBD7997-D347-4FD7-963A-E635B6676E07}" destId="{92B4472D-3B29-4B75-8D23-5C8995B60785}" srcOrd="0" destOrd="0" presId="urn:diagrams.loki3.com/BracketList"/>
    <dgm:cxn modelId="{FD916CA1-4A89-4A3B-8BF2-020753BCA1DC}" type="presParOf" srcId="{E8B311D4-B435-4EAE-B2E6-274C5CC712BB}" destId="{7C543637-B74E-46A9-9040-863AAC930F28}" srcOrd="0" destOrd="0" presId="urn:diagrams.loki3.com/BracketList"/>
    <dgm:cxn modelId="{A17787D4-3108-451B-9118-F1B61FCF8F11}" type="presParOf" srcId="{7C543637-B74E-46A9-9040-863AAC930F28}" destId="{00D8FA48-E3BF-47DF-B961-6DF87277AEB5}" srcOrd="0" destOrd="0" presId="urn:diagrams.loki3.com/BracketList"/>
    <dgm:cxn modelId="{5A74EF1F-36CE-4820-9A5B-5AF822AB1438}" type="presParOf" srcId="{7C543637-B74E-46A9-9040-863AAC930F28}" destId="{97D9D34C-F670-4335-A934-50B3A6468356}" srcOrd="1" destOrd="0" presId="urn:diagrams.loki3.com/BracketList"/>
    <dgm:cxn modelId="{42AC1824-E2A0-4DA7-B4E6-6F5530D670C3}" type="presParOf" srcId="{7C543637-B74E-46A9-9040-863AAC930F28}" destId="{93E3DECF-9981-4859-82A0-1CD9B79D2FA3}" srcOrd="2" destOrd="0" presId="urn:diagrams.loki3.com/BracketList"/>
    <dgm:cxn modelId="{1ABDF366-A01A-4D53-8B1F-94CF866A1A00}" type="presParOf" srcId="{7C543637-B74E-46A9-9040-863AAC930F28}" destId="{4FE09E09-01A3-49F4-B05F-1D7C7D318578}" srcOrd="3" destOrd="0" presId="urn:diagrams.loki3.com/BracketList"/>
    <dgm:cxn modelId="{9D4935C4-09A1-42DC-94DF-AA3E6E47F901}" type="presParOf" srcId="{E8B311D4-B435-4EAE-B2E6-274C5CC712BB}" destId="{40C0C771-1C79-4226-AEFD-20F78C54CDF9}" srcOrd="1" destOrd="0" presId="urn:diagrams.loki3.com/BracketList"/>
    <dgm:cxn modelId="{B7F4590E-35AA-4385-B26B-60D2CBE0C235}" type="presParOf" srcId="{E8B311D4-B435-4EAE-B2E6-274C5CC712BB}" destId="{2A752B69-6C00-4EFB-8B23-2E2F0B78EFBA}" srcOrd="2" destOrd="0" presId="urn:diagrams.loki3.com/BracketList"/>
    <dgm:cxn modelId="{BC0A4960-B2C9-4D8F-8FE0-A0EDF4E081F9}" type="presParOf" srcId="{2A752B69-6C00-4EFB-8B23-2E2F0B78EFBA}" destId="{92B4472D-3B29-4B75-8D23-5C8995B60785}" srcOrd="0" destOrd="0" presId="urn:diagrams.loki3.com/BracketList"/>
    <dgm:cxn modelId="{D159E53C-F9DE-4D11-BE78-522340A4B79D}" type="presParOf" srcId="{2A752B69-6C00-4EFB-8B23-2E2F0B78EFBA}" destId="{DA77E378-85A5-41AF-9FC2-1A980EFFC1DB}" srcOrd="1" destOrd="0" presId="urn:diagrams.loki3.com/BracketList"/>
    <dgm:cxn modelId="{F1063A20-9FFF-439D-B430-3D016EE2D4CA}" type="presParOf" srcId="{2A752B69-6C00-4EFB-8B23-2E2F0B78EFBA}" destId="{C0B2FCD2-E3B8-4369-A619-2390D6672848}" srcOrd="2" destOrd="0" presId="urn:diagrams.loki3.com/BracketList"/>
    <dgm:cxn modelId="{75E532C3-17C9-4A74-B9DD-269CB93FAC26}" type="presParOf" srcId="{2A752B69-6C00-4EFB-8B23-2E2F0B78EFBA}" destId="{C01FBEB7-3332-4F94-BDD1-7D953AEBBC52}" srcOrd="3" destOrd="0" presId="urn:diagrams.loki3.com/BracketList"/>
    <dgm:cxn modelId="{10C5CD87-6942-4F98-9C5D-CDCC29232901}" type="presParOf" srcId="{E8B311D4-B435-4EAE-B2E6-274C5CC712BB}" destId="{FF894BD8-992A-4CF9-BF34-E3CFE59810A2}" srcOrd="3" destOrd="0" presId="urn:diagrams.loki3.com/BracketList"/>
    <dgm:cxn modelId="{F5C135C0-1483-4C32-8A63-29D394FE6B35}" type="presParOf" srcId="{E8B311D4-B435-4EAE-B2E6-274C5CC712BB}" destId="{5643797F-7C42-4CAC-8200-482CF70413C0}" srcOrd="4" destOrd="0" presId="urn:diagrams.loki3.com/BracketList"/>
    <dgm:cxn modelId="{4EFB5FAA-EA9F-4AA2-BDBD-223DD9A9BD35}" type="presParOf" srcId="{5643797F-7C42-4CAC-8200-482CF70413C0}" destId="{A08CAD11-F94D-41D2-ABB6-9F5361F3090B}" srcOrd="0" destOrd="0" presId="urn:diagrams.loki3.com/BracketList"/>
    <dgm:cxn modelId="{63AE90A5-B923-45B5-A9D3-E673FE4B4022}" type="presParOf" srcId="{5643797F-7C42-4CAC-8200-482CF70413C0}" destId="{D0A61E7B-7889-4251-91F5-ED5716E3AB69}" srcOrd="1" destOrd="0" presId="urn:diagrams.loki3.com/BracketList"/>
    <dgm:cxn modelId="{32111FE4-DB38-48C9-B4CE-48A2E74CC0A4}" type="presParOf" srcId="{5643797F-7C42-4CAC-8200-482CF70413C0}" destId="{40271DB8-C9BF-441E-AFA5-F89F02FEE686}" srcOrd="2" destOrd="0" presId="urn:diagrams.loki3.com/BracketList"/>
    <dgm:cxn modelId="{56ED241A-DBEB-47E6-98E2-35816E291F6F}" type="presParOf" srcId="{5643797F-7C42-4CAC-8200-482CF70413C0}" destId="{CB43C7AC-1AEC-4600-B39B-B8353748C27F}" srcOrd="3" destOrd="0" presId="urn:diagrams.loki3.com/BracketList"/>
    <dgm:cxn modelId="{063C3C3F-2AA0-4D81-96B0-3D2E723A1915}" type="presParOf" srcId="{E8B311D4-B435-4EAE-B2E6-274C5CC712BB}" destId="{F69859A0-147D-4AED-BC0D-718A42760194}" srcOrd="5" destOrd="0" presId="urn:diagrams.loki3.com/BracketList"/>
    <dgm:cxn modelId="{8EB0B23F-12D9-4146-906F-E8B69A316C43}" type="presParOf" srcId="{E8B311D4-B435-4EAE-B2E6-274C5CC712BB}" destId="{B465A6EE-578A-4CE6-BCEF-92DFE79905B6}" srcOrd="6" destOrd="0" presId="urn:diagrams.loki3.com/BracketList"/>
    <dgm:cxn modelId="{B374C101-CCBE-4E7F-8AC4-E8AB19FF4118}" type="presParOf" srcId="{B465A6EE-578A-4CE6-BCEF-92DFE79905B6}" destId="{4EC620BB-3857-47D8-8E71-0E77D8B524F1}" srcOrd="0" destOrd="0" presId="urn:diagrams.loki3.com/BracketList"/>
    <dgm:cxn modelId="{53EF15B6-248C-4A96-84D2-7F0DDF217B09}" type="presParOf" srcId="{B465A6EE-578A-4CE6-BCEF-92DFE79905B6}" destId="{2CD8C99D-4724-40AC-900C-86768FAFA255}" srcOrd="1" destOrd="0" presId="urn:diagrams.loki3.com/BracketList"/>
    <dgm:cxn modelId="{B0A0C9C3-9BCC-4F9B-8E0B-B7C34DE3B6A3}" type="presParOf" srcId="{B465A6EE-578A-4CE6-BCEF-92DFE79905B6}" destId="{AA582475-37E2-4B7C-BF8E-A0A81F5C872B}" srcOrd="2" destOrd="0" presId="urn:diagrams.loki3.com/BracketList"/>
    <dgm:cxn modelId="{3BAE1265-60A2-4F63-B5D9-711205660172}" type="presParOf" srcId="{B465A6EE-578A-4CE6-BCEF-92DFE79905B6}" destId="{3938D5E4-9118-42A1-B539-A02A4F3073A0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86F6FC-C611-4BF3-A556-9E065725F22D}">
      <dsp:nvSpPr>
        <dsp:cNvPr id="0" name=""/>
        <dsp:cNvSpPr/>
      </dsp:nvSpPr>
      <dsp:spPr>
        <a:xfrm>
          <a:off x="3812" y="0"/>
          <a:ext cx="2292607" cy="456366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Counts</a:t>
          </a:r>
          <a:endParaRPr lang="en-IN" sz="1600" kern="12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sp:txBody>
      <dsp:txXfrm>
        <a:off x="3812" y="0"/>
        <a:ext cx="2292607" cy="456366"/>
      </dsp:txXfrm>
    </dsp:sp>
    <dsp:sp modelId="{24A78B10-1122-456B-A4D1-CD4B007FD4FB}">
      <dsp:nvSpPr>
        <dsp:cNvPr id="0" name=""/>
        <dsp:cNvSpPr/>
      </dsp:nvSpPr>
      <dsp:spPr>
        <a:xfrm>
          <a:off x="3812" y="474185"/>
          <a:ext cx="2292607" cy="1625040"/>
        </a:xfrm>
        <a:prstGeom prst="rect">
          <a:avLst/>
        </a:prstGeom>
        <a:solidFill>
          <a:schemeClr val="tx1">
            <a:lumMod val="85000"/>
            <a:lumOff val="15000"/>
            <a:alpha val="90000"/>
          </a:schemeClr>
        </a:solidFill>
        <a:ln w="12700" cap="flat" cmpd="sng" algn="ctr">
          <a:solidFill>
            <a:schemeClr val="bg2">
              <a:lumMod val="25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bg1"/>
              </a:solidFill>
              <a:latin typeface="+mj-lt"/>
            </a:rPr>
            <a:t>The number of times each eigen value occurs.</a:t>
          </a:r>
          <a:endParaRPr lang="en-IN" sz="1400" kern="1200" dirty="0">
            <a:solidFill>
              <a:schemeClr val="bg1"/>
            </a:solidFill>
            <a:latin typeface="+mj-lt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bg1"/>
              </a:solidFill>
              <a:latin typeface="+mj-lt"/>
            </a:rPr>
            <a:t>Ex: </a:t>
          </a:r>
          <a14:m xmlns:a14="http://schemas.microsoft.com/office/drawing/2010/main">
            <m:oMath xmlns:m="http://schemas.openxmlformats.org/officeDocument/2006/math"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−1 ,..</m:t>
              </m:r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𝑛</m:t>
              </m:r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 </m:t>
              </m:r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𝑡𝑖𝑚𝑒𝑠</m:t>
              </m:r>
            </m:oMath>
          </a14:m>
          <a:r>
            <a:rPr lang="en-IN" sz="1400" kern="1200" dirty="0">
              <a:solidFill>
                <a:schemeClr val="bg1"/>
              </a:solidFill>
              <a:latin typeface="+mj-lt"/>
            </a:rPr>
            <a:t> = t occurrences </a:t>
          </a:r>
        </a:p>
      </dsp:txBody>
      <dsp:txXfrm>
        <a:off x="3812" y="474185"/>
        <a:ext cx="2292607" cy="1625040"/>
      </dsp:txXfrm>
    </dsp:sp>
    <dsp:sp modelId="{18BC538E-27CD-495D-96E0-7A5F9F105C4D}">
      <dsp:nvSpPr>
        <dsp:cNvPr id="0" name=""/>
        <dsp:cNvSpPr/>
      </dsp:nvSpPr>
      <dsp:spPr>
        <a:xfrm>
          <a:off x="2617385" y="0"/>
          <a:ext cx="2292607" cy="456366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Probability</a:t>
          </a:r>
          <a:endParaRPr lang="en-IN" sz="1600" kern="12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sp:txBody>
      <dsp:txXfrm>
        <a:off x="2617385" y="0"/>
        <a:ext cx="2292607" cy="456366"/>
      </dsp:txXfrm>
    </dsp:sp>
    <dsp:sp modelId="{388101F0-ACF0-4A7F-9616-9EAFD8CF0E04}">
      <dsp:nvSpPr>
        <dsp:cNvPr id="0" name=""/>
        <dsp:cNvSpPr/>
      </dsp:nvSpPr>
      <dsp:spPr>
        <a:xfrm>
          <a:off x="2617385" y="474185"/>
          <a:ext cx="2292607" cy="1625040"/>
        </a:xfrm>
        <a:prstGeom prst="rect">
          <a:avLst/>
        </a:prstGeom>
        <a:solidFill>
          <a:schemeClr val="tx1">
            <a:lumMod val="85000"/>
            <a:lumOff val="15000"/>
            <a:alpha val="90000"/>
          </a:schemeClr>
        </a:solidFill>
        <a:ln w="12700" cap="flat" cmpd="sng" algn="ctr">
          <a:solidFill>
            <a:schemeClr val="bg2">
              <a:lumMod val="25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bg1"/>
              </a:solidFill>
              <a:latin typeface="+mj-lt"/>
            </a:rPr>
            <a:t>The probability of any eigenvalue. </a:t>
          </a:r>
          <a:endParaRPr lang="en-IN" sz="1400" kern="1200" dirty="0">
            <a:solidFill>
              <a:schemeClr val="bg1"/>
            </a:solidFill>
            <a:latin typeface="+mj-lt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bg1"/>
              </a:solidFill>
              <a:latin typeface="+mj-lt"/>
            </a:rPr>
            <a:t>Ex: </a:t>
          </a:r>
          <a14:m xmlns:a14="http://schemas.microsoft.com/office/drawing/2010/main">
            <m:oMath xmlns:m="http://schemas.openxmlformats.org/officeDocument/2006/math"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𝑃</m:t>
              </m:r>
              <m:d>
                <m:dPr>
                  <m:ctrlP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−1 ,..</m:t>
                  </m:r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𝑛</m:t>
                  </m:r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 </m:t>
                  </m:r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𝑡𝑖𝑚𝑒𝑠</m:t>
                  </m:r>
                </m:e>
              </m:d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=</m:t>
              </m:r>
              <m:sSub>
                <m:sSubPr>
                  <m:ctrlP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𝑝</m:t>
                  </m:r>
                </m:e>
                <m:sub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𝑛</m:t>
                  </m:r>
                </m:sub>
              </m:sSub>
            </m:oMath>
          </a14:m>
          <a:endParaRPr lang="en-IN" sz="1400" kern="1200" dirty="0">
            <a:solidFill>
              <a:schemeClr val="bg1"/>
            </a:solidFill>
            <a:latin typeface="+mj-lt"/>
          </a:endParaRPr>
        </a:p>
      </dsp:txBody>
      <dsp:txXfrm>
        <a:off x="2617385" y="474185"/>
        <a:ext cx="2292607" cy="1625040"/>
      </dsp:txXfrm>
    </dsp:sp>
    <dsp:sp modelId="{8FFD9967-80FA-47CC-ACE3-A49408D80A7D}">
      <dsp:nvSpPr>
        <dsp:cNvPr id="0" name=""/>
        <dsp:cNvSpPr/>
      </dsp:nvSpPr>
      <dsp:spPr>
        <a:xfrm>
          <a:off x="5230957" y="0"/>
          <a:ext cx="2292607" cy="456366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Expectation Value</a:t>
          </a:r>
          <a:endParaRPr lang="en-IN" sz="1600" kern="12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sp:txBody>
      <dsp:txXfrm>
        <a:off x="5230957" y="0"/>
        <a:ext cx="2292607" cy="456366"/>
      </dsp:txXfrm>
    </dsp:sp>
    <dsp:sp modelId="{0D8F0945-6F19-4F22-984A-66F794A9D2B4}">
      <dsp:nvSpPr>
        <dsp:cNvPr id="0" name=""/>
        <dsp:cNvSpPr/>
      </dsp:nvSpPr>
      <dsp:spPr>
        <a:xfrm>
          <a:off x="5230957" y="474185"/>
          <a:ext cx="2292607" cy="1625040"/>
        </a:xfrm>
        <a:prstGeom prst="rect">
          <a:avLst/>
        </a:prstGeom>
        <a:solidFill>
          <a:schemeClr val="tx1">
            <a:lumMod val="85000"/>
            <a:lumOff val="15000"/>
            <a:alpha val="90000"/>
          </a:schemeClr>
        </a:solidFill>
        <a:ln w="12700" cap="flat" cmpd="sng" algn="ctr">
          <a:solidFill>
            <a:schemeClr val="bg2">
              <a:lumMod val="25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bg1"/>
              </a:solidFill>
              <a:latin typeface="+mj-lt"/>
            </a:rPr>
            <a:t>The expected value of the measurement operation on that state.</a:t>
          </a:r>
          <a:endParaRPr lang="en-IN" sz="1400" kern="1200" dirty="0">
            <a:solidFill>
              <a:schemeClr val="bg1"/>
            </a:solidFill>
            <a:latin typeface="+mj-lt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bg1"/>
              </a:solidFill>
              <a:latin typeface="+mj-lt"/>
            </a:rPr>
            <a:t>Ex: </a:t>
          </a:r>
          <a14:m xmlns:a14="http://schemas.microsoft.com/office/drawing/2010/main">
            <m:oMath xmlns:m="http://schemas.openxmlformats.org/officeDocument/2006/math"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𝐸</m:t>
              </m:r>
              <m:d>
                <m:dPr>
                  <m:begChr m:val="["/>
                  <m:endChr m:val="]"/>
                  <m:ctrlP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𝑀</m:t>
                  </m:r>
                </m:e>
              </m:d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= </m:t>
              </m:r>
              <m:nary>
                <m:naryPr>
                  <m:chr m:val="∑"/>
                  <m:supHide m:val="on"/>
                  <m:ctrlP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</m:ctrlPr>
                </m:naryPr>
                <m:sub>
                  <m:r>
                    <m:rPr>
                      <m:brk m:alnAt="7"/>
                    </m:rP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𝑖</m:t>
                  </m:r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∈</m:t>
                  </m:r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𝑀</m:t>
                  </m:r>
                </m:sub>
                <m:sup/>
                <m:e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𝑖</m:t>
                  </m:r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⋅</m:t>
                  </m:r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𝑃</m:t>
                  </m:r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𝑖</m:t>
                  </m:r>
                  <m: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)</m:t>
                  </m:r>
                </m:e>
              </m:nary>
            </m:oMath>
          </a14:m>
          <a:endParaRPr lang="en-IN" sz="1400" kern="1200" dirty="0">
            <a:solidFill>
              <a:schemeClr val="bg1"/>
            </a:solidFill>
            <a:latin typeface="+mj-lt"/>
          </a:endParaRPr>
        </a:p>
      </dsp:txBody>
      <dsp:txXfrm>
        <a:off x="5230957" y="474185"/>
        <a:ext cx="2292607" cy="1625040"/>
      </dsp:txXfrm>
    </dsp:sp>
    <dsp:sp modelId="{5C17090D-F5EB-4A2B-8732-60EEF116F2CA}">
      <dsp:nvSpPr>
        <dsp:cNvPr id="0" name=""/>
        <dsp:cNvSpPr/>
      </dsp:nvSpPr>
      <dsp:spPr>
        <a:xfrm>
          <a:off x="7844529" y="0"/>
          <a:ext cx="2292607" cy="456366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Variance</a:t>
          </a:r>
          <a:endParaRPr lang="en-IN" sz="1600" kern="12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sp:txBody>
      <dsp:txXfrm>
        <a:off x="7844529" y="0"/>
        <a:ext cx="2292607" cy="456366"/>
      </dsp:txXfrm>
    </dsp:sp>
    <dsp:sp modelId="{B834644C-1AFA-44DD-ADE2-7B7A2B03962D}">
      <dsp:nvSpPr>
        <dsp:cNvPr id="0" name=""/>
        <dsp:cNvSpPr/>
      </dsp:nvSpPr>
      <dsp:spPr>
        <a:xfrm>
          <a:off x="7844529" y="474185"/>
          <a:ext cx="2292607" cy="1625040"/>
        </a:xfrm>
        <a:prstGeom prst="rect">
          <a:avLst/>
        </a:prstGeom>
        <a:solidFill>
          <a:schemeClr val="tx1">
            <a:lumMod val="85000"/>
            <a:lumOff val="15000"/>
            <a:alpha val="90000"/>
          </a:schemeClr>
        </a:solidFill>
        <a:ln w="12700" cap="flat" cmpd="sng" algn="ctr">
          <a:solidFill>
            <a:schemeClr val="bg2">
              <a:lumMod val="25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bg1"/>
              </a:solidFill>
              <a:latin typeface="+mj-lt"/>
            </a:rPr>
            <a:t>The variance in the readouts.</a:t>
          </a:r>
          <a:endParaRPr lang="en-IN" sz="1400" kern="1200" dirty="0">
            <a:solidFill>
              <a:schemeClr val="bg1"/>
            </a:solidFill>
            <a:latin typeface="+mj-lt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bg1"/>
              </a:solidFill>
              <a:latin typeface="+mj-lt"/>
            </a:rPr>
            <a:t>Ex: </a:t>
          </a:r>
          <a14:m xmlns:a14="http://schemas.microsoft.com/office/drawing/2010/main">
            <m:oMath xmlns:m="http://schemas.openxmlformats.org/officeDocument/2006/math"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𝐸</m:t>
              </m:r>
              <m:d>
                <m:dPr>
                  <m:begChr m:val="["/>
                  <m:endChr m:val="]"/>
                  <m:ctrlPr>
                    <a:rPr lang="en-US" sz="1400" b="0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sSup>
                    <m:sSupPr>
                      <m:ctrlPr>
                        <a:rPr lang="en-US" sz="1400" b="0" i="1" kern="12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1400" b="0" i="1" kern="12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e>
                    <m:sup>
                      <m:r>
                        <a:rPr lang="en-US" sz="1400" b="0" i="1" kern="12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e>
              </m:d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−</m:t>
              </m:r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𝐸</m:t>
              </m:r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[</m:t>
              </m:r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𝑀</m:t>
              </m:r>
              <m:r>
                <a:rPr lang="en-US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</a:rPr>
                <m:t>]</m:t>
              </m:r>
            </m:oMath>
          </a14:m>
          <a:endParaRPr lang="en-IN" sz="1400" kern="1200" dirty="0">
            <a:solidFill>
              <a:schemeClr val="bg1"/>
            </a:solidFill>
            <a:latin typeface="+mj-lt"/>
          </a:endParaRPr>
        </a:p>
      </dsp:txBody>
      <dsp:txXfrm>
        <a:off x="7844529" y="474185"/>
        <a:ext cx="2292607" cy="1625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8FA48-E3BF-47DF-B961-6DF87277AEB5}">
      <dsp:nvSpPr>
        <dsp:cNvPr id="0" name=""/>
        <dsp:cNvSpPr/>
      </dsp:nvSpPr>
      <dsp:spPr>
        <a:xfrm>
          <a:off x="0" y="39074"/>
          <a:ext cx="2750344" cy="116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Dimensions</a:t>
          </a:r>
          <a:endParaRPr lang="en-IN" sz="2000" b="0" kern="1200" dirty="0"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sp:txBody>
      <dsp:txXfrm>
        <a:off x="0" y="39074"/>
        <a:ext cx="2750344" cy="1168200"/>
      </dsp:txXfrm>
    </dsp:sp>
    <dsp:sp modelId="{97D9D34C-F670-4335-A934-50B3A6468356}">
      <dsp:nvSpPr>
        <dsp:cNvPr id="0" name=""/>
        <dsp:cNvSpPr/>
      </dsp:nvSpPr>
      <dsp:spPr>
        <a:xfrm>
          <a:off x="2750343" y="39074"/>
          <a:ext cx="550068" cy="1168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E09E09-01A3-49F4-B05F-1D7C7D318578}">
      <dsp:nvSpPr>
        <dsp:cNvPr id="0" name=""/>
        <dsp:cNvSpPr/>
      </dsp:nvSpPr>
      <dsp:spPr>
        <a:xfrm>
          <a:off x="3520440" y="39074"/>
          <a:ext cx="7480935" cy="1168200"/>
        </a:xfrm>
        <a:prstGeom prst="roundRect">
          <a:avLst/>
        </a:prstGeom>
        <a:solidFill>
          <a:schemeClr val="bg2">
            <a:lumMod val="2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If </a:t>
          </a:r>
          <a:r>
            <a:rPr lang="en-US" sz="1400" b="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</a:t>
          </a:r>
          <a:r>
            <a:rPr lang="en-US" sz="1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and </a:t>
          </a:r>
          <a:r>
            <a:rPr lang="en-US" sz="1400" b="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</a:t>
          </a:r>
          <a:r>
            <a:rPr lang="en-US" sz="1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are vectors spaces of finite dimension, then V⊗W is finite-dimensional, and its dimension is the product of the dimensions of </a:t>
          </a:r>
          <a:r>
            <a:rPr lang="en-US" sz="1400" b="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</a:t>
          </a:r>
          <a:r>
            <a:rPr lang="en-US" sz="1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and </a:t>
          </a:r>
          <a:r>
            <a:rPr lang="en-US" sz="1400" b="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</a:t>
          </a:r>
          <a:r>
            <a:rPr lang="en-US" sz="1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400" kern="1200" dirty="0"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sp:txBody>
      <dsp:txXfrm>
        <a:off x="3577467" y="96101"/>
        <a:ext cx="7366881" cy="1054146"/>
      </dsp:txXfrm>
    </dsp:sp>
    <dsp:sp modelId="{92B4472D-3B29-4B75-8D23-5C8995B60785}">
      <dsp:nvSpPr>
        <dsp:cNvPr id="0" name=""/>
        <dsp:cNvSpPr/>
      </dsp:nvSpPr>
      <dsp:spPr>
        <a:xfrm>
          <a:off x="0" y="1419674"/>
          <a:ext cx="2750344" cy="116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Associativity</a:t>
          </a:r>
          <a:endParaRPr lang="en-IN" sz="20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endParaRPr>
        </a:p>
      </dsp:txBody>
      <dsp:txXfrm>
        <a:off x="0" y="1419674"/>
        <a:ext cx="2750344" cy="1168200"/>
      </dsp:txXfrm>
    </dsp:sp>
    <dsp:sp modelId="{DA77E378-85A5-41AF-9FC2-1A980EFFC1DB}">
      <dsp:nvSpPr>
        <dsp:cNvPr id="0" name=""/>
        <dsp:cNvSpPr/>
      </dsp:nvSpPr>
      <dsp:spPr>
        <a:xfrm>
          <a:off x="2750343" y="1419674"/>
          <a:ext cx="550068" cy="1168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1FBEB7-3332-4F94-BDD1-7D953AEBBC52}">
      <dsp:nvSpPr>
        <dsp:cNvPr id="0" name=""/>
        <dsp:cNvSpPr/>
      </dsp:nvSpPr>
      <dsp:spPr>
        <a:xfrm>
          <a:off x="3520440" y="1419674"/>
          <a:ext cx="7480935" cy="1168200"/>
        </a:xfrm>
        <a:prstGeom prst="roundRect">
          <a:avLst/>
        </a:prstGeom>
        <a:solidFill>
          <a:schemeClr val="bg2">
            <a:lumMod val="2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tensor product is associative in the sense that, given three vector spaces ⁠U,V,W⁠, there is a canonical isomorphism </a:t>
          </a:r>
          <a14:m xmlns:a14="http://schemas.microsoft.com/office/drawing/2010/main">
            <m:oMath xmlns:m="http://schemas.openxmlformats.org/officeDocument/2006/math">
              <m:d>
                <m:dPr>
                  <m:ctrlPr>
                    <a:rPr lang="en-IN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dPr>
                <m:e>
                  <m:r>
                    <a:rPr lang="en-IN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𝑈</m:t>
                  </m:r>
                  <m:r>
                    <a:rPr lang="en-IN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⊗</m:t>
                  </m:r>
                  <m:r>
                    <a:rPr lang="en-IN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𝑉</m:t>
                  </m:r>
                </m:e>
              </m:d>
              <m:r>
                <a:rPr lang="en-IN" sz="14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⊗</m:t>
              </m:r>
              <m:r>
                <a:rPr lang="en-IN" sz="14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𝑊</m:t>
              </m:r>
              <m:r>
                <a:rPr lang="en-IN" sz="14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 ≅</m:t>
              </m:r>
              <m:r>
                <a:rPr lang="en-IN" sz="14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𝑈</m:t>
              </m:r>
              <m:r>
                <a:rPr lang="en-IN" sz="14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⊗(</m:t>
              </m:r>
              <m:r>
                <a:rPr lang="en-IN" sz="14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𝑉</m:t>
              </m:r>
              <m:r>
                <a:rPr lang="en-IN" sz="14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⊗</m:t>
              </m:r>
              <m:r>
                <a:rPr lang="en-IN" sz="14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𝑊</m:t>
              </m:r>
              <m:r>
                <a:rPr lang="en-IN" sz="14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endParaRPr lang="en-IN" sz="1400" kern="1200" dirty="0"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sp:txBody>
      <dsp:txXfrm>
        <a:off x="3577467" y="1476701"/>
        <a:ext cx="7366881" cy="1054146"/>
      </dsp:txXfrm>
    </dsp:sp>
    <dsp:sp modelId="{A08CAD11-F94D-41D2-ABB6-9F5361F3090B}">
      <dsp:nvSpPr>
        <dsp:cNvPr id="0" name=""/>
        <dsp:cNvSpPr/>
      </dsp:nvSpPr>
      <dsp:spPr>
        <a:xfrm>
          <a:off x="0" y="2800274"/>
          <a:ext cx="2750344" cy="116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Commutativity</a:t>
          </a:r>
          <a:r>
            <a:rPr lang="en-IN" sz="20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 </a:t>
          </a:r>
        </a:p>
      </dsp:txBody>
      <dsp:txXfrm>
        <a:off x="0" y="2800274"/>
        <a:ext cx="2750344" cy="1168200"/>
      </dsp:txXfrm>
    </dsp:sp>
    <dsp:sp modelId="{D0A61E7B-7889-4251-91F5-ED5716E3AB69}">
      <dsp:nvSpPr>
        <dsp:cNvPr id="0" name=""/>
        <dsp:cNvSpPr/>
      </dsp:nvSpPr>
      <dsp:spPr>
        <a:xfrm>
          <a:off x="2750343" y="2800274"/>
          <a:ext cx="550068" cy="1168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43C7AC-1AEC-4600-B39B-B8353748C27F}">
      <dsp:nvSpPr>
        <dsp:cNvPr id="0" name=""/>
        <dsp:cNvSpPr/>
      </dsp:nvSpPr>
      <dsp:spPr>
        <a:xfrm>
          <a:off x="3520440" y="2800274"/>
          <a:ext cx="7480935" cy="1168200"/>
        </a:xfrm>
        <a:prstGeom prst="roundRect">
          <a:avLst/>
        </a:prstGeom>
        <a:solidFill>
          <a:schemeClr val="bg2">
            <a:lumMod val="2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0" i="0" kern="1200" dirty="0">
              <a:solidFill>
                <a:schemeClr val="bg1"/>
              </a:solidFill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rPr>
            <a:t>Tensor products are commutative as a vector space operation (</a:t>
          </a:r>
          <a:r>
            <a:rPr lang="en-IN" sz="1400" b="0" i="0" kern="1200" dirty="0" err="1">
              <a:solidFill>
                <a:schemeClr val="bg1"/>
              </a:solidFill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rPr>
            <a:t>i.e</a:t>
          </a:r>
          <a:r>
            <a:rPr lang="en-IN" sz="1400" b="0" i="0" kern="1200" dirty="0">
              <a:solidFill>
                <a:schemeClr val="bg1"/>
              </a:solidFill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rPr>
            <a:t> the vector spaces produced by </a:t>
          </a:r>
          <a14:m xmlns:a14="http://schemas.microsoft.com/office/drawing/2010/main">
            <m:oMath xmlns:m="http://schemas.openxmlformats.org/officeDocument/2006/math">
              <m:r>
                <a:rPr lang="en-IN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m:t>𝑈</m:t>
              </m:r>
              <m:r>
                <a:rPr lang="en-IN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m:t>⊗</m:t>
              </m:r>
              <m:r>
                <a:rPr lang="en-IN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m:t>𝑉</m:t>
              </m:r>
              <m:r>
                <a:rPr lang="en-IN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m:t>=</m:t>
              </m:r>
              <m:r>
                <a:rPr lang="en-IN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m:t>𝑉</m:t>
              </m:r>
              <m:r>
                <a:rPr lang="en-IN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m:t>⊗</m:t>
              </m:r>
              <m:r>
                <a:rPr lang="en-IN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m:t>𝑈</m:t>
              </m:r>
              <m:r>
                <a:rPr lang="en-IN" sz="1400" b="0" i="1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m:t> </m:t>
              </m:r>
            </m:oMath>
          </a14:m>
          <a:r>
            <a:rPr lang="en-IN" sz="1400" b="0" i="0" kern="1200" dirty="0">
              <a:solidFill>
                <a:schemeClr val="bg1"/>
              </a:solidFill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rPr>
            <a:t>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0" i="0" u="sng" kern="1200" dirty="0">
              <a:solidFill>
                <a:schemeClr val="bg1"/>
              </a:solidFill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rPr>
            <a:t>However</a:t>
          </a:r>
          <a:r>
            <a:rPr lang="en-IN" sz="1400" b="0" i="0" u="none" kern="1200" dirty="0">
              <a:solidFill>
                <a:schemeClr val="bg1"/>
              </a:solidFill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rPr>
            <a:t> </a:t>
          </a:r>
          <a:r>
            <a:rPr lang="en-IN" sz="1400" b="0" i="0" kern="1200" dirty="0">
              <a:solidFill>
                <a:schemeClr val="bg1"/>
              </a:solidFill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rPr>
            <a:t>, the resultant matrices are not equal.</a:t>
          </a:r>
        </a:p>
      </dsp:txBody>
      <dsp:txXfrm>
        <a:off x="3577467" y="2857301"/>
        <a:ext cx="7366881" cy="1054146"/>
      </dsp:txXfrm>
    </dsp:sp>
    <dsp:sp modelId="{4EC620BB-3857-47D8-8E71-0E77D8B524F1}">
      <dsp:nvSpPr>
        <dsp:cNvPr id="0" name=""/>
        <dsp:cNvSpPr/>
      </dsp:nvSpPr>
      <dsp:spPr>
        <a:xfrm>
          <a:off x="0" y="4180874"/>
          <a:ext cx="2750344" cy="116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Tensor Product of Linear Map</a:t>
          </a:r>
        </a:p>
      </dsp:txBody>
      <dsp:txXfrm>
        <a:off x="0" y="4180874"/>
        <a:ext cx="2750344" cy="1168200"/>
      </dsp:txXfrm>
    </dsp:sp>
    <dsp:sp modelId="{2CD8C99D-4724-40AC-900C-86768FAFA255}">
      <dsp:nvSpPr>
        <dsp:cNvPr id="0" name=""/>
        <dsp:cNvSpPr/>
      </dsp:nvSpPr>
      <dsp:spPr>
        <a:xfrm>
          <a:off x="2750343" y="4180874"/>
          <a:ext cx="550068" cy="1168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38D5E4-9118-42A1-B539-A02A4F3073A0}">
      <dsp:nvSpPr>
        <dsp:cNvPr id="0" name=""/>
        <dsp:cNvSpPr/>
      </dsp:nvSpPr>
      <dsp:spPr>
        <a:xfrm>
          <a:off x="3520440" y="4180874"/>
          <a:ext cx="7480935" cy="1168200"/>
        </a:xfrm>
        <a:prstGeom prst="roundRect">
          <a:avLst/>
        </a:prstGeom>
        <a:solidFill>
          <a:schemeClr val="bg2">
            <a:lumMod val="2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0" i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Given a function </a:t>
          </a:r>
          <a14:m xmlns:a14="http://schemas.microsoft.com/office/drawing/2010/main">
            <m:oMath xmlns:m="http://schemas.openxmlformats.org/officeDocument/2006/math"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𝑓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: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𝑈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→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𝑉</m:t>
              </m:r>
            </m:oMath>
          </a14:m>
          <a:r>
            <a:rPr lang="en-IN" sz="1400" b="0" i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, we can define the tensor product as </a:t>
          </a:r>
          <a14:m xmlns:a14="http://schemas.microsoft.com/office/drawing/2010/main">
            <m:oMath xmlns:m="http://schemas.openxmlformats.org/officeDocument/2006/math"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𝑓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⊗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𝑊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: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𝑈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⊗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𝑊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→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𝑉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⊗</m:t>
              </m:r>
              <m:r>
                <a:rPr lang="en-IN" sz="1400" b="0" i="1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𝑊</m:t>
              </m:r>
            </m:oMath>
          </a14:m>
          <a:endParaRPr lang="en-IN" sz="1400" b="0" i="0" kern="1200" dirty="0">
            <a:solidFill>
              <a:prstClr val="white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3577467" y="4237901"/>
        <a:ext cx="7366881" cy="1054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2:22:29.26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0,'356'0'0'0,"3465"0"0"0,-3056 0 0 0,-771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2:22:34.11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0,'365'0'0'0,"-113"0"0"0,1654 0 0 0,-1429 0 0 0,-377 0 0 0,1289 0 0 0,-1041 0 0 0,-334 0 0 0,-12 0 0 0,-9 0 0 0,1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02:45:41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37 131 24575,'-3'-12'0,"-7"-24"0,-2-7-9830,1 4 11469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02:46:2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5:45:05.9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0,'356'0'0'0,"3465"0"0"0,-3056 0 0 0,-771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5:45:05.92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0,'365'0'0'0,"-113"0"0"0,1654 0 0 0,-1429 0 0 0,-377 0 0 0,1289 0 0 0,-1041 0 0 0,-334 0 0 0,-12 0 0 0,-9 0 0 0,1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6:24:45.2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0,'165'0'0'0,"1601"0"0"0,-1413 0 0 0,-356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6:24:45.22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0,'167'0'0'0,"-52"0"0"0,758 0 0 0,-655 0 0 0,-172 0 0 0,590 0 0 0,-477 0 0 0,-153 0 0 0,-5 0 0 0,-4 0 0 0,0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6:28:28.19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0,'167'0'0'0,"-52"0"0"0,758 0 0 0,-655 0 0 0,-172 0 0 0,590 0 0 0,-477 0 0 0,-153 0 0 0,-5 0 0 0,-4 0 0 0,0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6:26:12.44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0,'165'0'0'0,"1601"0"0"0,-1413 0 0 0,-356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6:26:12.44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0,'167'0'0'0,"-52"0"0"0,758 0 0 0,-655 0 0 0,-172 0 0 0,590 0 0 0,-477 0 0 0,-153 0 0 0,-5 0 0 0,-4 0 0 0,0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6:26:37.18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0,'167'0'0'0,"-52"0"0"0,758 0 0 0,-655 0 0 0,-172 0 0 0,590 0 0 0,-477 0 0 0,-153 0 0 0,-5 0 0 0,-4 0 0 0,0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6:14:07.30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0,'165'0'0'0,"1601"0"0"0,-1413 0 0 0,-356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6:14:07.30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0,'167'0'0'0,"-52"0"0"0,758 0 0 0,-655 0 0 0,-172 0 0 0,590 0 0 0,-477 0 0 0,-153 0 0 0,-5 0 0 0,-4 0 0 0,0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6:16:38.47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0,'165'0'0'0,"1601"0"0"0,-1413 0 0 0,-356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0T06:16:38.47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0,'167'0'0'0,"-52"0"0"0,758 0 0 0,-655 0 0 0,-172 0 0 0,590 0 0 0,-477 0 0 0,-153 0 0 0,-5 0 0 0,-4 0 0 0,0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2T00:24:55.19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0,'425'0'0'0,"4126"0"0"0,-3641 0 0 0,-918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2T00:24:55.19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0,'430'0'0'0,"-133"0"0"0,1952 0 0 0,-1687 0 0 0,-443 0 0 0,1520 0 0 0,-1230 0 0 0,-393 0 0 0,-14 0 0 0,-9 0 0 0,-1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2T00:39:42.35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0,'205'0'0'0,"1991"0"0"0,-1757 0 0 0,-443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2T00:39:42.35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0,'208'0'0'0,"-65"0"0"0,942 0 0 0,-814 0 0 0,-213 0 0 0,732 0 0 0,-592 0 0 0,-190 0 0 0,-7 0 0 0,-5 0 0 0,0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2T00:40:42.4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 0 0,'205'0'0'0,"1991"0"0"0,-1757 0 0 0,-443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CC4C1-DF6E-42E3-83CE-6A0FB2ACB66E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B72-2F1A-47C7-8A05-A2B57C05D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74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17FE-A5F8-99EC-B59A-0191D5AE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9942E-6D64-B053-67C7-A9E202626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98116-63C1-D92A-98F0-EB7E0E088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D0257-D694-CDCD-FD34-CC7063DDF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B72-2F1A-47C7-8A05-A2B57C05D2D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279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D41A-8987-8509-284B-2096ED2F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1601A-68C5-921F-7098-7EFD873E1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A6C7D-32C0-FAC0-E7DB-22FE2FF27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E9B25-477D-8A5C-ACAD-C8811068D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B72-2F1A-47C7-8A05-A2B57C05D2D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05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B72-2F1A-47C7-8A05-A2B57C05D2D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822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5D45-CC53-49C2-87C9-3ECBDED8A6D3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25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416" y="1449514"/>
            <a:ext cx="10351168" cy="1151605"/>
          </a:xfrm>
        </p:spPr>
        <p:txBody>
          <a:bodyPr anchor="b"/>
          <a:lstStyle>
            <a:lvl1pPr algn="ctr">
              <a:defRPr sz="6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9731"/>
            <a:ext cx="9144000" cy="551155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BFB4806-956A-F190-7867-C6C8FBA10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1531" y="3408595"/>
            <a:ext cx="5468937" cy="365126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Document Purpose</a:t>
            </a:r>
          </a:p>
        </p:txBody>
      </p:sp>
    </p:spTree>
    <p:extLst>
      <p:ext uri="{BB962C8B-B14F-4D97-AF65-F5344CB8AC3E}">
        <p14:creationId xmlns:p14="http://schemas.microsoft.com/office/powerpoint/2010/main" val="528177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F7B32B-E11F-45FF-7FB8-45BC1835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158844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04E6D52-A89D-6CDE-6A31-0DE3E38DBC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769104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ECD196BE-CB1B-0081-5829-D242385CB6A2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0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8F3214-67D7-FDC4-EB37-11AD2990E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2001878"/>
            <a:ext cx="10351168" cy="1151605"/>
          </a:xfrm>
        </p:spPr>
        <p:txBody>
          <a:bodyPr anchor="b"/>
          <a:lstStyle>
            <a:lvl1pPr algn="ctr">
              <a:defRPr sz="6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91F6163-F002-C45F-A909-19425CAB0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41152"/>
            <a:ext cx="9144000" cy="551155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21DBFBF-1487-19DB-225C-73313E67432C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57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48BF1-BB48-C9FA-7C4B-0C4C6FB9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9D37E96-7158-10E5-254E-50C8474872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14BDCD4-5303-CB65-7817-C1906516F2B4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31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4470D9-9DD2-1D37-6166-BE43594B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22881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324A713-81C1-AE86-E4A8-4F59209D1D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33141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2B6B1A8E-A9F0-7F41-CF78-C25879378A1B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531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28CBB-3455-30DC-F811-BADECE110E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9C3C5953-2B5C-3C69-6FCB-A0BE284104B7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2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05619C-3946-4AF6-B97F-76DB6F93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1E14065-9DD1-AAC1-BFD3-D9F51F10B6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8158835A-F7B1-ED65-84DD-ABD79DEB5AE6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983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3380" y="814564"/>
            <a:ext cx="6172200" cy="53576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6061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09737" y="6356349"/>
            <a:ext cx="477252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6238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EA3F43-F84D-E5D3-6FC2-05E2FA00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814564"/>
            <a:ext cx="3932237" cy="735764"/>
          </a:xfrm>
        </p:spPr>
        <p:txBody>
          <a:bodyPr>
            <a:noAutofit/>
          </a:bodyPr>
          <a:lstStyle>
            <a:lvl1pPr algn="ctr">
              <a:defRPr sz="28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BAD0C13-0140-1DA3-4B70-46733C8FE8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1692042"/>
            <a:ext cx="3932237" cy="48442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492D2075-5E37-4CA7-AB5D-F08E36C5144B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542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8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2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97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416" y="1449514"/>
            <a:ext cx="10351168" cy="1151605"/>
          </a:xfrm>
        </p:spPr>
        <p:txBody>
          <a:bodyPr anchor="b"/>
          <a:lstStyle>
            <a:lvl1pPr algn="ctr">
              <a:defRPr sz="6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9731"/>
            <a:ext cx="9144000" cy="551155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BFB4806-956A-F190-7867-C6C8FBA10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1531" y="3408595"/>
            <a:ext cx="5468937" cy="365126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Document Purpose</a:t>
            </a:r>
          </a:p>
        </p:txBody>
      </p:sp>
    </p:spTree>
    <p:extLst>
      <p:ext uri="{BB962C8B-B14F-4D97-AF65-F5344CB8AC3E}">
        <p14:creationId xmlns:p14="http://schemas.microsoft.com/office/powerpoint/2010/main" val="267324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F7B32B-E11F-45FF-7FB8-45BC1835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04E6D52-A89D-6CDE-6A31-0DE3E38DBC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1F41AA-C9A5-0AA8-ACC2-B672D912EBD8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832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8F3214-67D7-FDC4-EB37-11AD2990E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2001878"/>
            <a:ext cx="10351168" cy="1151605"/>
          </a:xfrm>
        </p:spPr>
        <p:txBody>
          <a:bodyPr anchor="b"/>
          <a:lstStyle>
            <a:lvl1pPr algn="ctr">
              <a:defRPr sz="6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91F6163-F002-C45F-A909-19425CAB0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41152"/>
            <a:ext cx="9144000" cy="551155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75362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48BF1-BB48-C9FA-7C4B-0C4C6FB9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9D37E96-7158-10E5-254E-50C8474872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2949A801-C76E-9A8A-D610-78C756309754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66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4470D9-9DD2-1D37-6166-BE43594B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-11308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324A713-81C1-AE86-E4A8-4F59209D1D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598952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A36A1-17DF-2373-4346-9B5927209988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402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28CBB-3455-30DC-F811-BADECE110E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3423692-441E-6E9B-AD82-4A4145988933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9923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05619C-3946-4AF6-B97F-76DB6F93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158844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1E14065-9DD1-AAC1-BFD3-D9F51F10B6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769104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1B93D2CE-64E8-E72A-0DBD-E318E667E060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890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3380" y="204537"/>
            <a:ext cx="6172200" cy="5967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6061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09737" y="6356349"/>
            <a:ext cx="477252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6238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EA3F43-F84D-E5D3-6FC2-05E2FA00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814564"/>
            <a:ext cx="3932237" cy="735764"/>
          </a:xfrm>
        </p:spPr>
        <p:txBody>
          <a:bodyPr>
            <a:noAutofit/>
          </a:bodyPr>
          <a:lstStyle>
            <a:lvl1pPr algn="ctr">
              <a:defRPr sz="28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BAD0C13-0140-1DA3-4B70-46733C8FE8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1692042"/>
            <a:ext cx="3932237" cy="48442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10521C-382B-3E33-6861-2038E96795FF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033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4F89D-943C-F69D-63C0-909287F72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57D4F-04DC-0097-2D9F-815D638A5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D779A-F942-BD77-7499-43B4100E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DD828-691F-64B4-503B-AD5B21D68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0CB04-51D8-EDEE-ECBA-8F238879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774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432C-C4D0-39AC-3339-1A09C226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472"/>
            <a:ext cx="10515600" cy="793974"/>
          </a:xfrm>
        </p:spPr>
        <p:txBody>
          <a:bodyPr/>
          <a:lstStyle>
            <a:lvl1pPr algn="ctr">
              <a:defRPr b="1">
                <a:solidFill>
                  <a:srgbClr val="8C1D4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4579AD-742D-8E36-7FBD-D52F11E9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35F3B-410F-4E50-8EAD-332218DD077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D03F3-1D3B-FDA4-69E8-CE760A47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1448F-0D3E-1B9D-9E0B-E71718C1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16909-A764-4CD8-8602-AA0C014B8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7111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7A71-8A61-4E71-BD67-A27A3D49BCC2}" type="datetime1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54DF6-FE28-4A03-A24C-90C5101531C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F7B32B-E11F-45FF-7FB8-45BC1835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158844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04E6D52-A89D-6CDE-6A31-0DE3E38DBC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769104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BDAA70E2-BCAD-3045-9E76-C40A568F4C74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164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3862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372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459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605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986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110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00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6587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667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97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748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416" y="1449514"/>
            <a:ext cx="10351168" cy="1151605"/>
          </a:xfrm>
        </p:spPr>
        <p:txBody>
          <a:bodyPr anchor="b"/>
          <a:lstStyle>
            <a:lvl1pPr algn="ctr">
              <a:defRPr sz="6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9731"/>
            <a:ext cx="9144000" cy="551155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BFB4806-956A-F190-7867-C6C8FBA10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1531" y="3408595"/>
            <a:ext cx="5468937" cy="365126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Document Purpose</a:t>
            </a:r>
          </a:p>
        </p:txBody>
      </p:sp>
    </p:spTree>
    <p:extLst>
      <p:ext uri="{BB962C8B-B14F-4D97-AF65-F5344CB8AC3E}">
        <p14:creationId xmlns:p14="http://schemas.microsoft.com/office/powerpoint/2010/main" val="17555158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F7B32B-E11F-45FF-7FB8-45BC1835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158844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04E6D52-A89D-6CDE-6A31-0DE3E38DBC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769104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99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284122E-A540-3871-71DC-0B72EC5ED2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6" y="22881"/>
            <a:ext cx="783104" cy="44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ue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FAC25BFA-1AF7-695F-CC3E-309C52665213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15" y="80002"/>
            <a:ext cx="1154806" cy="364887"/>
          </a:xfrm>
          <a:prstGeom prst="rect">
            <a:avLst/>
          </a:prstGeom>
        </p:spPr>
      </p:pic>
      <p:pic>
        <p:nvPicPr>
          <p:cNvPr id="11" name="Picture 10" descr="A hand making a peace sign&#10;&#10;AI-generated content may be incorrect.">
            <a:extLst>
              <a:ext uri="{FF2B5EF4-FFF2-40B4-BE49-F238E27FC236}">
                <a16:creationId xmlns:a16="http://schemas.microsoft.com/office/drawing/2014/main" id="{CB080D2B-F66D-23B4-6877-3CEE4E434B32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8620" y="22882"/>
            <a:ext cx="867890" cy="48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5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7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3EF52-99D7-4279-A426-FDDC63E0ED22}" type="datetime1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54DF6-FE28-4A03-A24C-90C5101531C7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65645BC-729D-B165-9AC9-185122E214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6" y="22881"/>
            <a:ext cx="783104" cy="44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98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3E69F93-574E-174B-BF67-4E32789ABC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6" y="22881"/>
            <a:ext cx="783104" cy="44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E8C84F2B-B8F2-3B53-8CEC-ECA5EC8B57E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15" y="80002"/>
            <a:ext cx="1154806" cy="364887"/>
          </a:xfrm>
          <a:prstGeom prst="rect">
            <a:avLst/>
          </a:prstGeom>
        </p:spPr>
      </p:pic>
      <p:pic>
        <p:nvPicPr>
          <p:cNvPr id="9" name="Picture 8" descr="A hand making a peace sign&#10;&#10;AI-generated content may be incorrect.">
            <a:extLst>
              <a:ext uri="{FF2B5EF4-FFF2-40B4-BE49-F238E27FC236}">
                <a16:creationId xmlns:a16="http://schemas.microsoft.com/office/drawing/2014/main" id="{FC378532-80EE-5098-918F-268AA626D531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8620" y="22882"/>
            <a:ext cx="867890" cy="48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cglink.me/22J/c38605092504050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image" Target="../media/image42.png"/><Relationship Id="rId3" Type="http://schemas.openxmlformats.org/officeDocument/2006/relationships/image" Target="../media/image28.png"/><Relationship Id="rId21" Type="http://schemas.openxmlformats.org/officeDocument/2006/relationships/image" Target="../media/image38.png"/><Relationship Id="rId12" Type="http://schemas.openxmlformats.org/officeDocument/2006/relationships/image" Target="../media/image32.png"/><Relationship Id="rId17" Type="http://schemas.openxmlformats.org/officeDocument/2006/relationships/image" Target="../media/image41.png"/><Relationship Id="rId7" Type="http://schemas.openxmlformats.org/officeDocument/2006/relationships/image" Target="../media/image3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0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39.png"/><Relationship Id="rId19" Type="http://schemas.openxmlformats.org/officeDocument/2006/relationships/image" Target="../media/image35.png"/><Relationship Id="rId4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810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71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bloch.kherb.io/" TargetMode="Externa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7" Type="http://schemas.openxmlformats.org/officeDocument/2006/relationships/image" Target="../media/image2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41.png"/><Relationship Id="rId11" Type="http://schemas.openxmlformats.org/officeDocument/2006/relationships/image" Target="../media/image291.png"/><Relationship Id="rId5" Type="http://schemas.openxmlformats.org/officeDocument/2006/relationships/image" Target="../media/image232.png"/><Relationship Id="rId10" Type="http://schemas.openxmlformats.org/officeDocument/2006/relationships/image" Target="../media/image281.png"/><Relationship Id="rId4" Type="http://schemas.openxmlformats.org/officeDocument/2006/relationships/image" Target="../media/image331.png"/><Relationship Id="rId9" Type="http://schemas.openxmlformats.org/officeDocument/2006/relationships/image" Target="../media/image2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371.png"/><Relationship Id="rId18" Type="http://schemas.openxmlformats.org/officeDocument/2006/relationships/image" Target="../media/image42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361.png"/><Relationship Id="rId17" Type="http://schemas.openxmlformats.org/officeDocument/2006/relationships/image" Target="../media/image411.png"/><Relationship Id="rId2" Type="http://schemas.openxmlformats.org/officeDocument/2006/relationships/image" Target="../media/image301.png"/><Relationship Id="rId16" Type="http://schemas.openxmlformats.org/officeDocument/2006/relationships/image" Target="../media/image401.png"/><Relationship Id="rId1" Type="http://schemas.openxmlformats.org/officeDocument/2006/relationships/slideLayout" Target="../slideLayouts/slideLayout35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391.png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38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uantumClubASU/QML-Lecture-Series/tree/main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40.png"/><Relationship Id="rId4" Type="http://schemas.openxmlformats.org/officeDocument/2006/relationships/image" Target="../media/image2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20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410.png"/><Relationship Id="rId3" Type="http://schemas.openxmlformats.org/officeDocument/2006/relationships/image" Target="../media/image54.png"/><Relationship Id="rId21" Type="http://schemas.openxmlformats.org/officeDocument/2006/relationships/image" Target="../media/image44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400.png"/><Relationship Id="rId2" Type="http://schemas.openxmlformats.org/officeDocument/2006/relationships/image" Target="../media/image251.png"/><Relationship Id="rId16" Type="http://schemas.openxmlformats.org/officeDocument/2006/relationships/image" Target="../media/image390.png"/><Relationship Id="rId20" Type="http://schemas.openxmlformats.org/officeDocument/2006/relationships/image" Target="../media/image430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5" Type="http://schemas.openxmlformats.org/officeDocument/2006/relationships/image" Target="../media/image380.png"/><Relationship Id="rId10" Type="http://schemas.openxmlformats.org/officeDocument/2006/relationships/image" Target="../media/image330.png"/><Relationship Id="rId19" Type="http://schemas.openxmlformats.org/officeDocument/2006/relationships/image" Target="../media/image420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4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customXml" Target="../ink/ink3.xml"/><Relationship Id="rId18" Type="http://schemas.openxmlformats.org/officeDocument/2006/relationships/image" Target="../media/image57.png"/><Relationship Id="rId3" Type="http://schemas.openxmlformats.org/officeDocument/2006/relationships/customXml" Target="../ink/ink1.xml"/><Relationship Id="rId21" Type="http://schemas.openxmlformats.org/officeDocument/2006/relationships/image" Target="../media/image60.png"/><Relationship Id="rId7" Type="http://schemas.openxmlformats.org/officeDocument/2006/relationships/image" Target="../media/image480.png"/><Relationship Id="rId12" Type="http://schemas.openxmlformats.org/officeDocument/2006/relationships/image" Target="../media/image530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70.png"/><Relationship Id="rId11" Type="http://schemas.openxmlformats.org/officeDocument/2006/relationships/image" Target="../media/image520.png"/><Relationship Id="rId5" Type="http://schemas.openxmlformats.org/officeDocument/2006/relationships/customXml" Target="../ink/ink2.xml"/><Relationship Id="rId15" Type="http://schemas.openxmlformats.org/officeDocument/2006/relationships/customXml" Target="../ink/ink4.xml"/><Relationship Id="rId23" Type="http://schemas.openxmlformats.org/officeDocument/2006/relationships/image" Target="../media/image62.png"/><Relationship Id="rId10" Type="http://schemas.openxmlformats.org/officeDocument/2006/relationships/image" Target="../media/image510.png"/><Relationship Id="rId19" Type="http://schemas.openxmlformats.org/officeDocument/2006/relationships/image" Target="../media/image58.png"/><Relationship Id="rId4" Type="http://schemas.openxmlformats.org/officeDocument/2006/relationships/image" Target="../media/image460.png"/><Relationship Id="rId9" Type="http://schemas.openxmlformats.org/officeDocument/2006/relationships/image" Target="../media/image500.png"/><Relationship Id="rId14" Type="http://schemas.openxmlformats.org/officeDocument/2006/relationships/image" Target="../media/image540.png"/><Relationship Id="rId22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0.png"/><Relationship Id="rId2" Type="http://schemas.openxmlformats.org/officeDocument/2006/relationships/image" Target="../media/image2800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470.png"/><Relationship Id="rId10" Type="http://schemas.openxmlformats.org/officeDocument/2006/relationships/image" Target="../media/image67.png"/><Relationship Id="rId4" Type="http://schemas.openxmlformats.org/officeDocument/2006/relationships/customXml" Target="../ink/ink6.xml"/><Relationship Id="rId9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customXml" Target="../ink/ink11.xml"/><Relationship Id="rId18" Type="http://schemas.openxmlformats.org/officeDocument/2006/relationships/image" Target="../media/image80.png"/><Relationship Id="rId3" Type="http://schemas.openxmlformats.org/officeDocument/2006/relationships/customXml" Target="../ink/ink7.xml"/><Relationship Id="rId21" Type="http://schemas.openxmlformats.org/officeDocument/2006/relationships/image" Target="../media/image83.png"/><Relationship Id="rId7" Type="http://schemas.openxmlformats.org/officeDocument/2006/relationships/image" Target="../media/image73.png"/><Relationship Id="rId12" Type="http://schemas.openxmlformats.org/officeDocument/2006/relationships/customXml" Target="../ink/ink10.xml"/><Relationship Id="rId17" Type="http://schemas.openxmlformats.org/officeDocument/2006/relationships/customXml" Target="../ink/ink12.xml"/><Relationship Id="rId2" Type="http://schemas.openxmlformats.org/officeDocument/2006/relationships/image" Target="../media/image70.png"/><Relationship Id="rId16" Type="http://schemas.openxmlformats.org/officeDocument/2006/relationships/image" Target="../media/image79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customXml" Target="../ink/ink8.xml"/><Relationship Id="rId15" Type="http://schemas.openxmlformats.org/officeDocument/2006/relationships/image" Target="../media/image78.png"/><Relationship Id="rId10" Type="http://schemas.openxmlformats.org/officeDocument/2006/relationships/customXml" Target="../ink/ink9.xml"/><Relationship Id="rId19" Type="http://schemas.openxmlformats.org/officeDocument/2006/relationships/image" Target="../media/image81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Relationship Id="rId1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89.png"/><Relationship Id="rId3" Type="http://schemas.openxmlformats.org/officeDocument/2006/relationships/image" Target="../media/image71.png"/><Relationship Id="rId7" Type="http://schemas.openxmlformats.org/officeDocument/2006/relationships/image" Target="../media/image85.png"/><Relationship Id="rId12" Type="http://schemas.openxmlformats.org/officeDocument/2006/relationships/image" Target="../media/image88.png"/><Relationship Id="rId2" Type="http://schemas.openxmlformats.org/officeDocument/2006/relationships/customXml" Target="../ink/ink13.xml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84.png"/><Relationship Id="rId11" Type="http://schemas.openxmlformats.org/officeDocument/2006/relationships/image" Target="../media/image87.png"/><Relationship Id="rId5" Type="http://schemas.openxmlformats.org/officeDocument/2006/relationships/image" Target="../media/image72.png"/><Relationship Id="rId15" Type="http://schemas.openxmlformats.org/officeDocument/2006/relationships/image" Target="../media/image91.png"/><Relationship Id="rId10" Type="http://schemas.openxmlformats.org/officeDocument/2006/relationships/customXml" Target="../ink/ink16.xml"/><Relationship Id="rId4" Type="http://schemas.openxmlformats.org/officeDocument/2006/relationships/customXml" Target="../ink/ink14.xml"/><Relationship Id="rId9" Type="http://schemas.openxmlformats.org/officeDocument/2006/relationships/customXml" Target="../ink/ink15.xml"/><Relationship Id="rId14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26" Type="http://schemas.openxmlformats.org/officeDocument/2006/relationships/image" Target="../media/image110.png"/><Relationship Id="rId3" Type="http://schemas.openxmlformats.org/officeDocument/2006/relationships/image" Target="../media/image93.png"/><Relationship Id="rId21" Type="http://schemas.openxmlformats.org/officeDocument/2006/relationships/image" Target="../media/image106.png"/><Relationship Id="rId7" Type="http://schemas.openxmlformats.org/officeDocument/2006/relationships/customXml" Target="../ink/ink17.xml"/><Relationship Id="rId12" Type="http://schemas.openxmlformats.org/officeDocument/2006/relationships/image" Target="../media/image100.png"/><Relationship Id="rId17" Type="http://schemas.openxmlformats.org/officeDocument/2006/relationships/hyperlink" Target="https://docs.pennylane.ai/en/stable/code/api/pennylane.CSWAP.html" TargetMode="External"/><Relationship Id="rId25" Type="http://schemas.openxmlformats.org/officeDocument/2006/relationships/image" Target="../media/image109.png"/><Relationship Id="rId2" Type="http://schemas.openxmlformats.org/officeDocument/2006/relationships/hyperlink" Target="https://docs.pennylane.ai/en/stable/code/api/pennylane.SWAP.html" TargetMode="External"/><Relationship Id="rId16" Type="http://schemas.openxmlformats.org/officeDocument/2006/relationships/image" Target="../media/image104.png"/><Relationship Id="rId20" Type="http://schemas.openxmlformats.org/officeDocument/2006/relationships/customXml" Target="../ink/ink20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96.png"/><Relationship Id="rId11" Type="http://schemas.openxmlformats.org/officeDocument/2006/relationships/image" Target="../media/image99.png"/><Relationship Id="rId24" Type="http://schemas.openxmlformats.org/officeDocument/2006/relationships/image" Target="../media/image108.png"/><Relationship Id="rId5" Type="http://schemas.openxmlformats.org/officeDocument/2006/relationships/image" Target="../media/image95.png"/><Relationship Id="rId15" Type="http://schemas.openxmlformats.org/officeDocument/2006/relationships/image" Target="../media/image103.png"/><Relationship Id="rId23" Type="http://schemas.openxmlformats.org/officeDocument/2006/relationships/customXml" Target="../ink/ink21.xml"/><Relationship Id="rId10" Type="http://schemas.openxmlformats.org/officeDocument/2006/relationships/image" Target="../media/image98.png"/><Relationship Id="rId19" Type="http://schemas.openxmlformats.org/officeDocument/2006/relationships/customXml" Target="../ink/ink19.xml"/><Relationship Id="rId4" Type="http://schemas.openxmlformats.org/officeDocument/2006/relationships/image" Target="../media/image94.png"/><Relationship Id="rId9" Type="http://schemas.openxmlformats.org/officeDocument/2006/relationships/customXml" Target="../ink/ink18.xml"/><Relationship Id="rId14" Type="http://schemas.openxmlformats.org/officeDocument/2006/relationships/image" Target="../media/image102.png"/><Relationship Id="rId22" Type="http://schemas.openxmlformats.org/officeDocument/2006/relationships/image" Target="../media/image107.png"/><Relationship Id="rId27" Type="http://schemas.openxmlformats.org/officeDocument/2006/relationships/image" Target="../media/image1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16.png"/><Relationship Id="rId11" Type="http://schemas.openxmlformats.org/officeDocument/2006/relationships/image" Target="../media/image120.png"/><Relationship Id="rId5" Type="http://schemas.openxmlformats.org/officeDocument/2006/relationships/image" Target="../media/image115.png"/><Relationship Id="rId10" Type="http://schemas.openxmlformats.org/officeDocument/2006/relationships/image" Target="../media/image114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uantumClubASU/QML-Lecture-Series/tree/main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cglink.me/22J/c38605092504050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gif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D943459-91C6-E057-150E-8B575F82D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484" y="2265194"/>
            <a:ext cx="3470296" cy="347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93390A-2B94-A5FC-4C1B-01F0E367B25E}"/>
              </a:ext>
            </a:extLst>
          </p:cNvPr>
          <p:cNvGrpSpPr/>
          <p:nvPr/>
        </p:nvGrpSpPr>
        <p:grpSpPr>
          <a:xfrm>
            <a:off x="2389485" y="2250356"/>
            <a:ext cx="3470295" cy="4152109"/>
            <a:chOff x="2006121" y="2307299"/>
            <a:chExt cx="2751320" cy="327000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DDADAE0-3414-2D85-0EA7-D9AC215421D1}"/>
                </a:ext>
              </a:extLst>
            </p:cNvPr>
            <p:cNvSpPr txBox="1">
              <a:spLocks/>
            </p:cNvSpPr>
            <p:nvPr/>
          </p:nvSpPr>
          <p:spPr>
            <a:xfrm>
              <a:off x="2006121" y="5058619"/>
              <a:ext cx="2751320" cy="518683"/>
            </a:xfrm>
            <a:prstGeom prst="rect">
              <a:avLst/>
            </a:prstGeom>
            <a:solidFill>
              <a:srgbClr val="8C1D40"/>
            </a:solidFill>
            <a:ln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b="1" kern="1200">
                  <a:solidFill>
                    <a:srgbClr val="8C1D40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Check in here!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3AA3DC-A5F8-CD4E-6FE4-57E62568CEFC}"/>
                </a:ext>
              </a:extLst>
            </p:cNvPr>
            <p:cNvSpPr/>
            <p:nvPr/>
          </p:nvSpPr>
          <p:spPr>
            <a:xfrm>
              <a:off x="2006121" y="2307299"/>
              <a:ext cx="2751320" cy="32700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8F2E48-EB1E-C625-3C73-EDCEED687264}"/>
              </a:ext>
            </a:extLst>
          </p:cNvPr>
          <p:cNvGrpSpPr/>
          <p:nvPr/>
        </p:nvGrpSpPr>
        <p:grpSpPr>
          <a:xfrm>
            <a:off x="6673039" y="2257634"/>
            <a:ext cx="3472106" cy="4124521"/>
            <a:chOff x="7114385" y="2307298"/>
            <a:chExt cx="2752756" cy="327000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B371B82-55A9-99AF-E1F8-559A72CED4F7}"/>
                </a:ext>
              </a:extLst>
            </p:cNvPr>
            <p:cNvGrpSpPr/>
            <p:nvPr/>
          </p:nvGrpSpPr>
          <p:grpSpPr>
            <a:xfrm>
              <a:off x="7114385" y="2307299"/>
              <a:ext cx="2752756" cy="3270003"/>
              <a:chOff x="7114385" y="2307299"/>
              <a:chExt cx="2752756" cy="3270003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E944849C-6181-176E-A945-50B9A61F5D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15821" y="2307299"/>
                <a:ext cx="2751320" cy="2751320"/>
              </a:xfrm>
              <a:prstGeom prst="rect">
                <a:avLst/>
              </a:prstGeom>
              <a:noFill/>
              <a:ln w="28575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ACD50A77-16BD-8A17-475A-6AB8A6487F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4385" y="5058619"/>
                <a:ext cx="2751320" cy="518683"/>
              </a:xfrm>
              <a:prstGeom prst="rect">
                <a:avLst/>
              </a:prstGeom>
              <a:solidFill>
                <a:srgbClr val="8C1D40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b="1" kern="1200">
                    <a:solidFill>
                      <a:srgbClr val="8C1D40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3200" dirty="0">
                    <a:solidFill>
                      <a:schemeClr val="bg1"/>
                    </a:solidFill>
                  </a:rPr>
                  <a:t>Join us on SDC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3770E39-2488-1A20-1DC7-9799CE973F2A}"/>
                </a:ext>
              </a:extLst>
            </p:cNvPr>
            <p:cNvSpPr/>
            <p:nvPr/>
          </p:nvSpPr>
          <p:spPr>
            <a:xfrm>
              <a:off x="7114385" y="2307298"/>
              <a:ext cx="2751320" cy="32700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57075B28-7760-1C3A-BFEF-56121FAE8F45}"/>
              </a:ext>
            </a:extLst>
          </p:cNvPr>
          <p:cNvSpPr>
            <a:spLocks noGrp="1"/>
          </p:cNvSpPr>
          <p:nvPr/>
        </p:nvSpPr>
        <p:spPr>
          <a:xfrm>
            <a:off x="1360714" y="246927"/>
            <a:ext cx="9144000" cy="10424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8C1D4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QML Lecture Series - 3</a:t>
            </a:r>
            <a:endParaRPr lang="en-IN" b="1" dirty="0">
              <a:solidFill>
                <a:srgbClr val="8C1D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43D4F04-03DB-8325-F8C9-9B3196CF4A90}"/>
              </a:ext>
            </a:extLst>
          </p:cNvPr>
          <p:cNvSpPr>
            <a:spLocks noGrp="1"/>
          </p:cNvSpPr>
          <p:nvPr/>
        </p:nvSpPr>
        <p:spPr>
          <a:xfrm>
            <a:off x="1360714" y="1222756"/>
            <a:ext cx="9144000" cy="466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 to Quantum Machine Learning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A4D9D1-4B14-77FB-8DBE-F61D58D608F9}"/>
              </a:ext>
            </a:extLst>
          </p:cNvPr>
          <p:cNvSpPr txBox="1"/>
          <p:nvPr/>
        </p:nvSpPr>
        <p:spPr>
          <a:xfrm rot="16200000">
            <a:off x="199708" y="4201374"/>
            <a:ext cx="4032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hlinkClick r:id="rId4"/>
              </a:rPr>
              <a:t>https://cglink.me/22J/c38605092504050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9845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417631-6A90-F2B4-6302-B5F0F1675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2001817"/>
            <a:ext cx="10351168" cy="1151605"/>
          </a:xfrm>
        </p:spPr>
        <p:txBody>
          <a:bodyPr>
            <a:normAutofit/>
          </a:bodyPr>
          <a:lstStyle/>
          <a:p>
            <a:r>
              <a:rPr lang="en-IN" sz="4400" dirty="0"/>
              <a:t>Single Qubit Computation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0D0CFA5-5820-4495-AC8A-A3FD406DB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53422"/>
            <a:ext cx="9144000" cy="551155"/>
          </a:xfrm>
        </p:spPr>
        <p:txBody>
          <a:bodyPr/>
          <a:lstStyle/>
          <a:p>
            <a:r>
              <a:rPr lang="en-US" sz="2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Rotate – Compute – Rotate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B8638B6-9E4C-9FBB-AC84-E4C4C78FC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51"/>
            <a:ext cx="12192000" cy="494418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</a:rPr>
              <a:t>Superposition via Rotation</a:t>
            </a:r>
            <a:endParaRPr lang="en-IN" sz="2800" b="1" dirty="0">
              <a:solidFill>
                <a:srgbClr val="90134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E60A8E-EA58-7E44-0D7A-49128387BD24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DE2E1EA-C38B-A423-E3F4-5BC85CCBEE25}"/>
              </a:ext>
            </a:extLst>
          </p:cNvPr>
          <p:cNvGrpSpPr/>
          <p:nvPr/>
        </p:nvGrpSpPr>
        <p:grpSpPr>
          <a:xfrm>
            <a:off x="8061113" y="1135675"/>
            <a:ext cx="3658280" cy="2781961"/>
            <a:chOff x="7311980" y="1828897"/>
            <a:chExt cx="3658280" cy="2781961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DA0FFC9-3525-55B2-7005-547954270A9F}"/>
                </a:ext>
              </a:extLst>
            </p:cNvPr>
            <p:cNvCxnSpPr>
              <a:cxnSpLocks/>
              <a:endCxn id="19" idx="7"/>
            </p:cNvCxnSpPr>
            <p:nvPr/>
          </p:nvCxnSpPr>
          <p:spPr>
            <a:xfrm flipV="1">
              <a:off x="8457126" y="2593301"/>
              <a:ext cx="894936" cy="835699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5F26A55-7062-BF7F-E04D-C0F383A3BAA4}"/>
                </a:ext>
              </a:extLst>
            </p:cNvPr>
            <p:cNvCxnSpPr>
              <a:cxnSpLocks/>
              <a:endCxn id="19" idx="6"/>
            </p:cNvCxnSpPr>
            <p:nvPr/>
          </p:nvCxnSpPr>
          <p:spPr>
            <a:xfrm>
              <a:off x="8457126" y="3429000"/>
              <a:ext cx="1244959" cy="1"/>
            </a:xfrm>
            <a:prstGeom prst="straightConnector1">
              <a:avLst/>
            </a:prstGeom>
            <a:ln w="28575">
              <a:solidFill>
                <a:srgbClr val="32324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091ACC5-A937-5B5D-548F-66A40F2D2128}"/>
                    </a:ext>
                  </a:extLst>
                </p:cNvPr>
                <p:cNvSpPr txBox="1"/>
                <p:nvPr/>
              </p:nvSpPr>
              <p:spPr>
                <a:xfrm>
                  <a:off x="9652179" y="3244334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091ACC5-A937-5B5D-548F-66A40F2D2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2179" y="3244334"/>
                  <a:ext cx="605306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B56040-DFFC-4B81-0B5B-B42074124A85}"/>
                    </a:ext>
                  </a:extLst>
                </p:cNvPr>
                <p:cNvSpPr txBox="1"/>
                <p:nvPr/>
              </p:nvSpPr>
              <p:spPr>
                <a:xfrm>
                  <a:off x="9426352" y="2188159"/>
                  <a:ext cx="1543908" cy="3814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|"/>
                            <m:endChr m:val="⟩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B56040-DFFC-4B81-0B5B-B42074124A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352" y="2188159"/>
                  <a:ext cx="1543908" cy="381470"/>
                </a:xfrm>
                <a:prstGeom prst="rect">
                  <a:avLst/>
                </a:prstGeom>
                <a:blipFill>
                  <a:blip r:embed="rId3"/>
                  <a:stretch>
                    <a:fillRect b="-4761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C2E7BB-13E2-17A7-F7D0-0A04976AB4A8}"/>
                    </a:ext>
                  </a:extLst>
                </p:cNvPr>
                <p:cNvSpPr txBox="1"/>
                <p:nvPr/>
              </p:nvSpPr>
              <p:spPr>
                <a:xfrm>
                  <a:off x="8232330" y="1828897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C2E7BB-13E2-17A7-F7D0-0A04976AB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2330" y="1828897"/>
                  <a:ext cx="60530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BF3E373-BF76-AEF3-DD79-BEAC05E72322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 flipV="1">
              <a:off x="8457126" y="2247143"/>
              <a:ext cx="49907" cy="1181857"/>
            </a:xfrm>
            <a:prstGeom prst="straightConnector1">
              <a:avLst/>
            </a:prstGeom>
            <a:ln w="28575">
              <a:solidFill>
                <a:srgbClr val="32324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56D1643-5C70-A5B6-6694-62EE1D63F925}"/>
                </a:ext>
              </a:extLst>
            </p:cNvPr>
            <p:cNvSpPr/>
            <p:nvPr/>
          </p:nvSpPr>
          <p:spPr>
            <a:xfrm>
              <a:off x="7311980" y="2247143"/>
              <a:ext cx="2390105" cy="236371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B828BCE9-0250-8C0F-177F-33E8EFE6C9B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656810" y="3248174"/>
              <a:ext cx="289559" cy="72094"/>
            </a:xfrm>
            <a:prstGeom prst="curvedConnector3">
              <a:avLst>
                <a:gd name="adj1" fmla="val 95614"/>
              </a:avLst>
            </a:prstGeom>
            <a:ln w="19050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19F8B06-5601-37AC-E30A-CC3AAF66CDAD}"/>
                    </a:ext>
                  </a:extLst>
                </p:cNvPr>
                <p:cNvSpPr txBox="1"/>
                <p:nvPr/>
              </p:nvSpPr>
              <p:spPr>
                <a:xfrm>
                  <a:off x="8879112" y="3075057"/>
                  <a:ext cx="26707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19F8B06-5601-37AC-E30A-CC3AAF66C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9112" y="3075057"/>
                  <a:ext cx="267072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454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ontent Placeholder 2">
                <a:extLst>
                  <a:ext uri="{FF2B5EF4-FFF2-40B4-BE49-F238E27FC236}">
                    <a16:creationId xmlns:a16="http://schemas.microsoft.com/office/drawing/2014/main" id="{DEEFB3D7-F995-89E8-2985-CA225A7F822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4957" y="1313161"/>
                <a:ext cx="6681416" cy="513547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Looking back at some qubit properties -</a:t>
                </a:r>
              </a:p>
              <a:p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general, a qubit can be in state </a:t>
                </a:r>
              </a:p>
              <a:p>
                <a:pPr marL="0" indent="0">
                  <a:buNone/>
                </a:pPr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endParaRPr lang="en-IN" sz="1800" b="0" dirty="0"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probability that we will find it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1800" dirty="0">
                  <a:latin typeface="Times New Roman" panose="02020603050405020304" pitchFamily="18" charset="0"/>
                </a:endParaRPr>
              </a:p>
              <a:p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probability that we will find it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US" sz="105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when you measure, you find it in one of two states.</a:t>
                </a:r>
              </a:p>
              <a:p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Looking at these properties, we can also define a qubit w.r.t to the angle </a:t>
                </a:r>
                <a14:m>
                  <m:oMath xmlns:m="http://schemas.openxmlformats.org/officeDocument/2006/math">
                    <m:r>
                      <a:rPr lang="en-IN" sz="1800" b="0" i="1" u="sng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1800" b="0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seen in the figure.</a:t>
                </a:r>
              </a:p>
            </p:txBody>
          </p:sp>
        </mc:Choice>
        <mc:Fallback xmlns="">
          <p:sp>
            <p:nvSpPr>
              <p:cNvPr id="48" name="Content Placeholder 2">
                <a:extLst>
                  <a:ext uri="{FF2B5EF4-FFF2-40B4-BE49-F238E27FC236}">
                    <a16:creationId xmlns:a16="http://schemas.microsoft.com/office/drawing/2014/main" id="{DEEFB3D7-F995-89E8-2985-CA225A7F82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4957" y="1313161"/>
                <a:ext cx="6681416" cy="5135479"/>
              </a:xfrm>
              <a:blipFill>
                <a:blip r:embed="rId6"/>
                <a:stretch>
                  <a:fillRect l="-730" t="-10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2E3A43F-4051-52F0-3360-AFD4BFC4CD74}"/>
                  </a:ext>
                </a:extLst>
              </p:cNvPr>
              <p:cNvSpPr txBox="1"/>
              <p:nvPr/>
            </p:nvSpPr>
            <p:spPr>
              <a:xfrm>
                <a:off x="404956" y="700948"/>
                <a:ext cx="10653318" cy="418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600" b="0" i="0" u="none" strike="noStrike" baseline="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Brief</a:t>
                </a:r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Rotating Qubits by angles that are not multiples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we can get superposition states.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2E3A43F-4051-52F0-3360-AFD4BFC4C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56" y="700948"/>
                <a:ext cx="10653318" cy="418961"/>
              </a:xfrm>
              <a:prstGeom prst="rect">
                <a:avLst/>
              </a:prstGeom>
              <a:blipFill>
                <a:blip r:embed="rId7"/>
                <a:stretch>
                  <a:fillRect l="-286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BB408DC-6488-7A97-481C-9039CF35E041}"/>
                  </a:ext>
                </a:extLst>
              </p:cNvPr>
              <p:cNvSpPr txBox="1"/>
              <p:nvPr/>
            </p:nvSpPr>
            <p:spPr>
              <a:xfrm>
                <a:off x="7858510" y="4207195"/>
                <a:ext cx="3860883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 Form of a Qubit</a:t>
                </a:r>
              </a:p>
              <a:p>
                <a:pPr marL="0" indent="0"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IN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I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8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|1⟩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this equation it is clear that different values of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yield different superpositions of the qubit.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BB408DC-6488-7A97-481C-9039CF35E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510" y="4207195"/>
                <a:ext cx="3860883" cy="2031325"/>
              </a:xfrm>
              <a:prstGeom prst="rect">
                <a:avLst/>
              </a:prstGeom>
              <a:blipFill>
                <a:blip r:embed="rId8"/>
                <a:stretch>
                  <a:fillRect l="-1264" t="-1502" b="-3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036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7DDB8A-DCA3-8356-2C39-AF3C1BE034EC}"/>
                  </a:ext>
                </a:extLst>
              </p:cNvPr>
              <p:cNvSpPr txBox="1"/>
              <p:nvPr/>
            </p:nvSpPr>
            <p:spPr>
              <a:xfrm>
                <a:off x="469901" y="859390"/>
                <a:ext cx="1131517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0" i="0" u="none" strike="noStrike" baseline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Bloch Sphere </a:t>
                </a:r>
                <a:r>
                  <a:rPr lang="en-US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represent any qubit as a parameterized vector on the surface of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unit sphere known as the Bloch sphere. (</a:t>
                </a:r>
                <a:r>
                  <a:rPr lang="en-IN" sz="16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Note: The angles between states are doubled on the Bloch sphere, making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|0⟩</m:t>
                    </m:r>
                  </m:oMath>
                </a14:m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|1⟩</m:t>
                    </m:r>
                  </m:oMath>
                </a14:m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seem colinear</a:t>
                </a:r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7DDB8A-DCA3-8356-2C39-AF3C1BE03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1" y="859390"/>
                <a:ext cx="11315178" cy="584775"/>
              </a:xfrm>
              <a:prstGeom prst="rect">
                <a:avLst/>
              </a:prstGeom>
              <a:blipFill>
                <a:blip r:embed="rId2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284DC914-64D6-8E15-1EFF-6AB3CDBEBAC8}"/>
              </a:ext>
            </a:extLst>
          </p:cNvPr>
          <p:cNvGrpSpPr/>
          <p:nvPr/>
        </p:nvGrpSpPr>
        <p:grpSpPr>
          <a:xfrm>
            <a:off x="585784" y="1548082"/>
            <a:ext cx="11020431" cy="3727787"/>
            <a:chOff x="336550" y="1716159"/>
            <a:chExt cx="11020431" cy="372778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FCD3857-E9E4-1EA1-96AF-F8848002792E}"/>
                </a:ext>
              </a:extLst>
            </p:cNvPr>
            <p:cNvGrpSpPr/>
            <p:nvPr/>
          </p:nvGrpSpPr>
          <p:grpSpPr>
            <a:xfrm>
              <a:off x="2247900" y="1716159"/>
              <a:ext cx="7696200" cy="3593136"/>
              <a:chOff x="2247900" y="1244424"/>
              <a:chExt cx="7696200" cy="3593136"/>
            </a:xfrm>
          </p:grpSpPr>
          <p:pic>
            <p:nvPicPr>
              <p:cNvPr id="7" name="Picture 6" descr="A two circles with lines and symbols&#10;&#10;Description automatically generated">
                <a:extLst>
                  <a:ext uri="{FF2B5EF4-FFF2-40B4-BE49-F238E27FC236}">
                    <a16:creationId xmlns:a16="http://schemas.microsoft.com/office/drawing/2014/main" id="{D180239C-B1E2-5955-D650-CC519621C6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47900" y="1244424"/>
                <a:ext cx="7696200" cy="3289248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2AF063-DEA9-B51A-9348-AF32FEA3FAAA}"/>
                  </a:ext>
                </a:extLst>
              </p:cNvPr>
              <p:cNvSpPr txBox="1"/>
              <p:nvPr/>
            </p:nvSpPr>
            <p:spPr>
              <a:xfrm>
                <a:off x="2400300" y="4529783"/>
                <a:ext cx="23495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 Coordinates of a Qubit.</a:t>
                </a:r>
                <a:endParaRPr lang="en-IN" sz="140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0D8202-6FD0-EB63-DBB4-556E24C6CA22}"/>
                  </a:ext>
                </a:extLst>
              </p:cNvPr>
              <p:cNvSpPr txBox="1"/>
              <p:nvPr/>
            </p:nvSpPr>
            <p:spPr>
              <a:xfrm>
                <a:off x="6813550" y="4529783"/>
                <a:ext cx="23495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Bloch Sphere axes</a:t>
                </a:r>
                <a:endParaRPr lang="en-IN" sz="140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BC40BA4-5AF4-CC35-259D-6798DF69A8E8}"/>
                </a:ext>
              </a:extLst>
            </p:cNvPr>
            <p:cNvGrpSpPr/>
            <p:nvPr/>
          </p:nvGrpSpPr>
          <p:grpSpPr>
            <a:xfrm>
              <a:off x="336550" y="4866865"/>
              <a:ext cx="11020431" cy="577081"/>
              <a:chOff x="336550" y="5490908"/>
              <a:chExt cx="11020431" cy="57708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72EC7F9-C45E-4DB7-1431-147FC49ED3D0}"/>
                  </a:ext>
                </a:extLst>
              </p:cNvPr>
              <p:cNvGrpSpPr/>
              <p:nvPr/>
            </p:nvGrpSpPr>
            <p:grpSpPr>
              <a:xfrm>
                <a:off x="336550" y="5490908"/>
                <a:ext cx="11020431" cy="577081"/>
                <a:chOff x="-1909806" y="-583520"/>
                <a:chExt cx="10856042" cy="560301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969BF282-9D0A-3DA5-10CF-236381E38F2D}"/>
                    </a:ext>
                  </a:extLst>
                </p:cNvPr>
                <p:cNvSpPr/>
                <p:nvPr/>
              </p:nvSpPr>
              <p:spPr>
                <a:xfrm>
                  <a:off x="4952235" y="-423010"/>
                  <a:ext cx="1363640" cy="25056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F5822EF-FDA6-D42E-307C-5DBF4F050CE6}"/>
                    </a:ext>
                  </a:extLst>
                </p:cNvPr>
                <p:cNvSpPr txBox="1"/>
                <p:nvPr/>
              </p:nvSpPr>
              <p:spPr>
                <a:xfrm>
                  <a:off x="6631783" y="-499648"/>
                  <a:ext cx="2314453" cy="40341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5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Consists of 3 sets of special basis states, known as the Pauli basis </a:t>
                  </a:r>
                  <a:endParaRPr lang="en-IN" sz="1050" b="1" u="sng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6270D89-C0E9-19CC-3652-6FE8E707DAB0}"/>
                    </a:ext>
                  </a:extLst>
                </p:cNvPr>
                <p:cNvSpPr/>
                <p:nvPr/>
              </p:nvSpPr>
              <p:spPr>
                <a:xfrm>
                  <a:off x="213861" y="-452782"/>
                  <a:ext cx="1322991" cy="25056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8E4373B-5B80-EFB8-5967-1965B64AE151}"/>
                    </a:ext>
                  </a:extLst>
                </p:cNvPr>
                <p:cNvSpPr txBox="1"/>
                <p:nvPr/>
              </p:nvSpPr>
              <p:spPr>
                <a:xfrm>
                  <a:off x="-1909806" y="-583520"/>
                  <a:ext cx="1566931" cy="5603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5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Represents any qubit state as a point on the surface of the bloch sphere</a:t>
                  </a:r>
                </a:p>
              </p:txBody>
            </p:sp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D9EA9151-F580-B963-9129-3213CABE5BCC}"/>
                  </a:ext>
                </a:extLst>
              </p:cNvPr>
              <p:cNvCxnSpPr>
                <a:cxnSpLocks/>
                <a:stCxn id="10" idx="1"/>
                <a:endCxn id="9" idx="3"/>
              </p:cNvCxnSpPr>
              <p:nvPr/>
            </p:nvCxnSpPr>
            <p:spPr>
              <a:xfrm flipH="1">
                <a:off x="8686789" y="5785040"/>
                <a:ext cx="320692" cy="21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CF722761-45FB-B2B5-89B2-AA370EAB62EE}"/>
                  </a:ext>
                </a:extLst>
              </p:cNvPr>
              <p:cNvCxnSpPr>
                <a:cxnSpLocks/>
                <a:stCxn id="38" idx="3"/>
                <a:endCxn id="12" idx="1"/>
              </p:cNvCxnSpPr>
              <p:nvPr/>
            </p:nvCxnSpPr>
            <p:spPr>
              <a:xfrm>
                <a:off x="1927208" y="5779449"/>
                <a:ext cx="473092" cy="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3CAA87F-0C17-DF5D-2585-7C0299328C8B}"/>
              </a:ext>
            </a:extLst>
          </p:cNvPr>
          <p:cNvSpPr txBox="1"/>
          <p:nvPr/>
        </p:nvSpPr>
        <p:spPr>
          <a:xfrm>
            <a:off x="469901" y="5434028"/>
            <a:ext cx="113151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General 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Polar Form of a Qubit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Loss of Generality (w.l.o.g), any qubit can be represented as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C26807-1759-F58F-18D5-BE264FE30536}"/>
                  </a:ext>
                </a:extLst>
              </p:cNvPr>
              <p:cNvSpPr txBox="1"/>
              <p:nvPr/>
            </p:nvSpPr>
            <p:spPr>
              <a:xfrm>
                <a:off x="1445678" y="5793521"/>
                <a:ext cx="965835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Ψ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p>
                      </m:sSup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|1⟩</m:t>
                          </m:r>
                        </m:e>
                      </m:func>
                    </m:oMath>
                  </m:oMathPara>
                </a14:m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C26807-1759-F58F-18D5-BE264FE30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678" y="5793521"/>
                <a:ext cx="9658350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2D637D07-F521-B925-15CB-DD294C37B8D3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3D Representation Revision…</a:t>
            </a:r>
            <a:endParaRPr lang="en-IN" sz="28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742B15-F04E-A2A4-6E5C-CEDAFDBD9740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71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211F6-6374-2C04-782D-88A68560A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980B-6FD2-8BE8-D504-086275029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9351"/>
            <a:ext cx="12192000" cy="494418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</a:rPr>
              <a:t>Measurement of Qubits</a:t>
            </a:r>
            <a:endParaRPr lang="en-IN" sz="2800" b="1" dirty="0">
              <a:solidFill>
                <a:srgbClr val="90134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B098D1-CF6F-D7D2-5C36-41D5CF5F2244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706629-B6AC-5271-D22E-F0DFB2EC77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9802" y="1334362"/>
                <a:ext cx="5923077" cy="241261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 |1⟩</m:t>
                            </m:r>
                          </m:e>
                        </m:func>
                      </m:e>
                    </m:func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sz="180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 smtClean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we measure, 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state collapses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smtClean="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US" sz="180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state collapses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smtClean="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US" sz="180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state collapses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smtClean="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US" sz="180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Measurement is a projection onto the measurement basis.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706629-B6AC-5271-D22E-F0DFB2EC7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02" y="1334362"/>
                <a:ext cx="5923077" cy="2412615"/>
              </a:xfrm>
              <a:prstGeom prst="rect">
                <a:avLst/>
              </a:prstGeom>
              <a:blipFill>
                <a:blip r:embed="rId3"/>
                <a:stretch>
                  <a:fillRect l="-7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28207F6-91AE-F132-0493-7799AC930C4B}"/>
              </a:ext>
            </a:extLst>
          </p:cNvPr>
          <p:cNvSpPr txBox="1"/>
          <p:nvPr/>
        </p:nvSpPr>
        <p:spPr>
          <a:xfrm>
            <a:off x="404956" y="700948"/>
            <a:ext cx="10653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Brief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each qubit can store 2 complex numbers, we can only extract a basis state as the reading from a qubit.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29B91-CAA9-539B-076A-EB12CC52A847}"/>
              </a:ext>
            </a:extLst>
          </p:cNvPr>
          <p:cNvSpPr txBox="1"/>
          <p:nvPr/>
        </p:nvSpPr>
        <p:spPr>
          <a:xfrm>
            <a:off x="289802" y="3807442"/>
            <a:ext cx="5923077" cy="923330"/>
          </a:xfrm>
          <a:prstGeom prst="rect">
            <a:avLst/>
          </a:prstGeom>
          <a:solidFill>
            <a:schemeClr val="bg1"/>
          </a:solidFill>
          <a:ln w="28575">
            <a:solidFill>
              <a:srgbClr val="90134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you measure the state is projected onto one of the two basis states -- with probability equal to the cosine squared the angle it makes with the state.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961FEA0-D4E1-7002-CB6E-85B2CFD5CD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506" y="4866111"/>
                <a:ext cx="7594771" cy="1661343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2060"/>
                    </a:solidFill>
                    <a:latin typeface="Candara" pitchFamily="34" charset="0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6600"/>
                    </a:solidFill>
                    <a:latin typeface="Candara" pitchFamily="34" charset="0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20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 in arbitrary basis {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we measure,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state collapses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smtClean="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US" sz="180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state collapses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smtClean="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US" sz="180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general, the probability of measuring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sSup>
                      <m:sSup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961FEA0-D4E1-7002-CB6E-85B2CFD5C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06" y="4866111"/>
                <a:ext cx="7594771" cy="1661343"/>
              </a:xfrm>
              <a:prstGeom prst="rect">
                <a:avLst/>
              </a:prstGeom>
              <a:blipFill>
                <a:blip r:embed="rId4"/>
                <a:stretch>
                  <a:fillRect l="-80" t="-1832" b="-465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9BCF951-286B-9E32-449D-88CD8114222A}"/>
              </a:ext>
            </a:extLst>
          </p:cNvPr>
          <p:cNvGrpSpPr/>
          <p:nvPr/>
        </p:nvGrpSpPr>
        <p:grpSpPr>
          <a:xfrm>
            <a:off x="7838780" y="1496615"/>
            <a:ext cx="4063418" cy="2781961"/>
            <a:chOff x="7311980" y="1828897"/>
            <a:chExt cx="4063418" cy="2781961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99D860F-613A-633E-73D8-B6AAAF62AD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7126" y="2431738"/>
              <a:ext cx="689058" cy="997262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07E77B9-BDD1-DBCF-A34D-9359F3790134}"/>
                </a:ext>
              </a:extLst>
            </p:cNvPr>
            <p:cNvCxnSpPr>
              <a:cxnSpLocks/>
              <a:endCxn id="15" idx="6"/>
            </p:cNvCxnSpPr>
            <p:nvPr/>
          </p:nvCxnSpPr>
          <p:spPr>
            <a:xfrm>
              <a:off x="8457126" y="3429000"/>
              <a:ext cx="1244959" cy="1"/>
            </a:xfrm>
            <a:prstGeom prst="straightConnector1">
              <a:avLst/>
            </a:prstGeom>
            <a:ln w="28575">
              <a:solidFill>
                <a:srgbClr val="32324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C7DEAC2-F91A-EB00-1C53-D8E536263247}"/>
                    </a:ext>
                  </a:extLst>
                </p:cNvPr>
                <p:cNvSpPr txBox="1"/>
                <p:nvPr/>
              </p:nvSpPr>
              <p:spPr>
                <a:xfrm>
                  <a:off x="9652179" y="3244334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C7DEAC2-F91A-EB00-1C53-D8E5362632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2179" y="3244334"/>
                  <a:ext cx="60530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0460558-C409-F233-BFE4-88C994850313}"/>
                    </a:ext>
                  </a:extLst>
                </p:cNvPr>
                <p:cNvSpPr txBox="1"/>
                <p:nvPr/>
              </p:nvSpPr>
              <p:spPr>
                <a:xfrm>
                  <a:off x="8816308" y="1982785"/>
                  <a:ext cx="25590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⟩</m:t>
                            </m:r>
                            <m:r>
                              <a:rPr lang="en-IN" sz="1600" b="0" i="0" smtClean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m:rPr>
                                <m:sty m:val="p"/>
                              </m:rPr>
                              <a:rPr lang="en-IN" sz="160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d>
                          <m:dPr>
                            <m:begChr m:val="|"/>
                            <m:endChr m:val="⟩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16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0460558-C409-F233-BFE4-88C994850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6308" y="1982785"/>
                  <a:ext cx="255909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33EFBDF-E274-F215-5C9B-1969394DD119}"/>
                    </a:ext>
                  </a:extLst>
                </p:cNvPr>
                <p:cNvSpPr txBox="1"/>
                <p:nvPr/>
              </p:nvSpPr>
              <p:spPr>
                <a:xfrm>
                  <a:off x="8232330" y="1828897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33EFBDF-E274-F215-5C9B-1969394DD1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2330" y="1828897"/>
                  <a:ext cx="60530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D4DCB34-0950-2034-BB33-ADCD87D5D09E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V="1">
              <a:off x="8457126" y="2247143"/>
              <a:ext cx="49907" cy="1181857"/>
            </a:xfrm>
            <a:prstGeom prst="straightConnector1">
              <a:avLst/>
            </a:prstGeom>
            <a:ln w="28575">
              <a:solidFill>
                <a:srgbClr val="32324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C377908-09C5-6539-AD27-4FE1628D1B93}"/>
                </a:ext>
              </a:extLst>
            </p:cNvPr>
            <p:cNvSpPr/>
            <p:nvPr/>
          </p:nvSpPr>
          <p:spPr>
            <a:xfrm>
              <a:off x="7311980" y="2247143"/>
              <a:ext cx="2390105" cy="236371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E05EEDFC-C503-BD18-FF7F-101B5C492EF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80061" y="3234019"/>
              <a:ext cx="311903" cy="70998"/>
            </a:xfrm>
            <a:prstGeom prst="curvedConnector3">
              <a:avLst>
                <a:gd name="adj1" fmla="val 1138"/>
              </a:avLst>
            </a:prstGeom>
            <a:ln w="19050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F844BA1-AC59-6373-A80B-4DCFE6EC1920}"/>
                    </a:ext>
                  </a:extLst>
                </p:cNvPr>
                <p:cNvSpPr txBox="1"/>
                <p:nvPr/>
              </p:nvSpPr>
              <p:spPr>
                <a:xfrm>
                  <a:off x="8829757" y="3072380"/>
                  <a:ext cx="13523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F844BA1-AC59-6373-A80B-4DCFE6EC1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9757" y="3072380"/>
                  <a:ext cx="135235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50000" r="-45455" b="-487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A50A83-3B32-F0BD-57C7-76F6E7695C72}"/>
                  </a:ext>
                </a:extLst>
              </p:cNvPr>
              <p:cNvSpPr txBox="1"/>
              <p:nvPr/>
            </p:nvSpPr>
            <p:spPr>
              <a:xfrm>
                <a:off x="7590201" y="4402726"/>
                <a:ext cx="3860883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spcBef>
                    <a:spcPts val="4200"/>
                  </a:spcBef>
                  <a:buNone/>
                </a:pPr>
                <a:r>
                  <a:rPr lang="en-US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Measuring </a:t>
                </a:r>
                <a14:m>
                  <m:oMath xmlns:m="http://schemas.openxmlformats.org/officeDocument/2006/math">
                    <m:r>
                      <a:rPr lang="en-IN" sz="1800" b="1" i="1" u="sng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IN" sz="1800" b="1" i="1" u="sng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  <m:r>
                      <a:rPr lang="en-IN" sz="1800" b="1" i="1" u="sng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⟩</m:t>
                    </m:r>
                  </m:oMath>
                </a14:m>
                <a:r>
                  <a:rPr lang="en-US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we measure this qubit we get –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|0⟩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|0⟩</m:t>
                        </m:r>
                      </m:e>
                    </m:d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IN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 sz="18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IN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⟩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⟩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A50A83-3B32-F0BD-57C7-76F6E7695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201" y="4402726"/>
                <a:ext cx="3860883" cy="1754326"/>
              </a:xfrm>
              <a:prstGeom prst="rect">
                <a:avLst/>
              </a:prstGeom>
              <a:blipFill>
                <a:blip r:embed="rId9"/>
                <a:stretch>
                  <a:fillRect l="-1264" t="-17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26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E936-4210-F442-5A5B-B675A421F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0479-B837-FFFD-595B-1C294C265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9351"/>
            <a:ext cx="12192000" cy="494418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</a:rPr>
              <a:t>Unitary Matrices</a:t>
            </a:r>
            <a:endParaRPr lang="en-IN" sz="2800" b="1" dirty="0">
              <a:solidFill>
                <a:srgbClr val="90134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0750C6-4416-EFBC-3320-9ED036829072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17847FC6-6EC9-A831-EB4A-74F26A5864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897" y="1355826"/>
                <a:ext cx="10402783" cy="158675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matrix which satisfies the following properties is a ‘</a:t>
                </a:r>
                <a:r>
                  <a:rPr lang="en-US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Unitary Matrix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–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They are invertible ; i.e.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∃ </m:t>
                    </m:r>
                    <m:sSup>
                      <m:sSupPr>
                        <m:ctrlP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p>
                        <m: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∀ </m:t>
                    </m:r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a Square Matrix.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conjugate-transpose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inverse of the matrix ;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I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sSup>
                      <m:sSupPr>
                        <m:ctrlP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  <m:sup>
                        <m:r>
                          <a:rPr lang="en-I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sup>
                    </m:sSup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17847FC6-6EC9-A831-EB4A-74F26A586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1355826"/>
                <a:ext cx="10402783" cy="1586756"/>
              </a:xfrm>
              <a:prstGeom prst="rect">
                <a:avLst/>
              </a:prstGeom>
              <a:blipFill>
                <a:blip r:embed="rId3"/>
                <a:stretch>
                  <a:fillRect l="-528" t="-34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A564B8D-0638-7730-3340-C42B7FD91420}"/>
              </a:ext>
            </a:extLst>
          </p:cNvPr>
          <p:cNvSpPr txBox="1"/>
          <p:nvPr/>
        </p:nvSpPr>
        <p:spPr>
          <a:xfrm>
            <a:off x="404956" y="700948"/>
            <a:ext cx="10653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Why do we care?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gates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special matrices known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Unitary Matrices.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86CB0DB-6017-F684-D38E-E332CE49ACA8}"/>
                  </a:ext>
                </a:extLst>
              </p:cNvPr>
              <p:cNvSpPr txBox="1"/>
              <p:nvPr/>
            </p:nvSpPr>
            <p:spPr>
              <a:xfrm>
                <a:off x="741898" y="2866602"/>
                <a:ext cx="6786434" cy="562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,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          ∴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86CB0DB-6017-F684-D38E-E332CE49A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8" y="2866602"/>
                <a:ext cx="6786434" cy="562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083FE3F8-0FE1-4401-003B-DECF520B7F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897" y="3915419"/>
                <a:ext cx="9852768" cy="897213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2060"/>
                    </a:solidFill>
                    <a:latin typeface="Candara" pitchFamily="34" charset="0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6600"/>
                    </a:solidFill>
                    <a:latin typeface="Candara" pitchFamily="34" charset="0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20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Unitary transformations are angle preserving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Angle between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same as the angle between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083FE3F8-0FE1-4401-003B-DECF520B7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3915419"/>
                <a:ext cx="9852768" cy="897213"/>
              </a:xfrm>
              <a:prstGeom prst="rect">
                <a:avLst/>
              </a:prstGeom>
              <a:blipFill>
                <a:blip r:embed="rId5"/>
                <a:stretch>
                  <a:fillRect l="-557" t="-3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86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AE52A64B-3881-A8F9-32F8-35B6E179D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/>
          <a:lstStyle/>
          <a:p>
            <a:r>
              <a:rPr lang="en-US"/>
              <a:t>Single Qubit Quantum Gates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D5EC57D-A556-4414-1BBC-CB8C1AF8F6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9529" y="553201"/>
            <a:ext cx="5692942" cy="365125"/>
          </a:xfrm>
        </p:spPr>
        <p:txBody>
          <a:bodyPr/>
          <a:lstStyle/>
          <a:p>
            <a:r>
              <a:rPr lang="en-US"/>
              <a:t>Everything is </a:t>
            </a:r>
            <a:r>
              <a:rPr lang="en-US">
                <a:solidFill>
                  <a:srgbClr val="397B5D"/>
                </a:solidFill>
              </a:rPr>
              <a:t>a matrix</a:t>
            </a:r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3D4293-593D-0AC1-B0DF-BAAFC2454046}"/>
              </a:ext>
            </a:extLst>
          </p:cNvPr>
          <p:cNvSpPr txBox="1"/>
          <p:nvPr/>
        </p:nvSpPr>
        <p:spPr>
          <a:xfrm>
            <a:off x="462455" y="830322"/>
            <a:ext cx="11330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Quantum Gates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Quantum Gates are the basic unit of computation in QC’s. They take a qubit in some state as an input and output a qubit in a transformed state.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BAA591-43CE-4782-3038-07CB03CDF551}"/>
              </a:ext>
            </a:extLst>
          </p:cNvPr>
          <p:cNvSpPr txBox="1"/>
          <p:nvPr/>
        </p:nvSpPr>
        <p:spPr>
          <a:xfrm>
            <a:off x="4577255" y="1500459"/>
            <a:ext cx="60970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classical logic gates, Quantum Gates have some special properties: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gate can be represented a matrix.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matrix is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Unitary</a:t>
            </a:r>
          </a:p>
          <a:p>
            <a:pPr marL="1314450" lvl="2" indent="-400050">
              <a:buFont typeface="+mj-lt"/>
              <a:buAutoNum type="romanU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extension, all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are invertible </a:t>
            </a:r>
          </a:p>
          <a:p>
            <a:pPr marL="1314450" lvl="2" indent="-400050">
              <a:buFont typeface="+mj-lt"/>
              <a:buAutoNum type="romanU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computation is reversible.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125E4C3-C9C8-4A96-6860-39A31AF3D21D}"/>
              </a:ext>
            </a:extLst>
          </p:cNvPr>
          <p:cNvGrpSpPr/>
          <p:nvPr/>
        </p:nvGrpSpPr>
        <p:grpSpPr>
          <a:xfrm>
            <a:off x="6527788" y="2395887"/>
            <a:ext cx="5199186" cy="954107"/>
            <a:chOff x="1790094" y="1679985"/>
            <a:chExt cx="5199186" cy="95410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D11488F-E873-B732-7A56-CF097D3352C4}"/>
                </a:ext>
              </a:extLst>
            </p:cNvPr>
            <p:cNvSpPr/>
            <p:nvPr/>
          </p:nvSpPr>
          <p:spPr>
            <a:xfrm>
              <a:off x="1790094" y="2058382"/>
              <a:ext cx="2597162" cy="2019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880DFC51-375B-8963-D366-06F053A9CEB1}"/>
                    </a:ext>
                  </a:extLst>
                </p:cNvPr>
                <p:cNvSpPr txBox="1"/>
                <p:nvPr/>
              </p:nvSpPr>
              <p:spPr>
                <a:xfrm>
                  <a:off x="4805124" y="1679985"/>
                  <a:ext cx="2184156" cy="9541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∴</m:t>
                      </m:r>
                    </m:oMath>
                  </a14:m>
                  <a:r>
                    <a:rPr lang="en-IN" sz="1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Given the output and sequence of operations, we can always retrieve the input</a:t>
                  </a: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880DFC51-375B-8963-D366-06F053A9C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5124" y="1679985"/>
                  <a:ext cx="2184156" cy="954107"/>
                </a:xfrm>
                <a:prstGeom prst="rect">
                  <a:avLst/>
                </a:prstGeom>
                <a:blipFill>
                  <a:blip r:embed="rId2"/>
                  <a:stretch>
                    <a:fillRect t="-629" r="-1108" b="-5031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56350E2-B7A1-B132-CD1C-747047A3765A}"/>
                </a:ext>
              </a:extLst>
            </p:cNvPr>
            <p:cNvCxnSpPr>
              <a:cxnSpLocks/>
              <a:stCxn id="75" idx="1"/>
              <a:endCxn id="74" idx="3"/>
            </p:cNvCxnSpPr>
            <p:nvPr/>
          </p:nvCxnSpPr>
          <p:spPr>
            <a:xfrm flipH="1">
              <a:off x="4387256" y="2157039"/>
              <a:ext cx="417868" cy="232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722AC53-313D-D55F-0CB1-10565E7FC1B9}"/>
              </a:ext>
            </a:extLst>
          </p:cNvPr>
          <p:cNvGrpSpPr/>
          <p:nvPr/>
        </p:nvGrpSpPr>
        <p:grpSpPr>
          <a:xfrm>
            <a:off x="462453" y="1483564"/>
            <a:ext cx="3903710" cy="5159836"/>
            <a:chOff x="462453" y="1620012"/>
            <a:chExt cx="3903710" cy="515983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5101129-3F1A-3A5F-22CC-2458CE8D3C20}"/>
                </a:ext>
              </a:extLst>
            </p:cNvPr>
            <p:cNvSpPr txBox="1"/>
            <p:nvPr/>
          </p:nvSpPr>
          <p:spPr>
            <a:xfrm>
              <a:off x="462453" y="1620012"/>
              <a:ext cx="3901137" cy="30777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>
                  <a:solidFill>
                    <a:schemeClr val="bg1"/>
                  </a:solidFill>
                  <a:latin typeface="Times New Roman" panose="02020603050405020304" pitchFamily="18" charset="0"/>
                  <a:ea typeface="Lato" panose="020F0502020204030203" pitchFamily="34" charset="0"/>
                  <a:cs typeface="Times New Roman" panose="02020603050405020304" pitchFamily="18" charset="0"/>
                </a:rPr>
                <a:t>Common Quantum Gates.</a:t>
              </a: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265BDFF-1D8D-CFA2-6567-B8ABF919D1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026" y="1973146"/>
              <a:ext cx="3901137" cy="48067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2" name="Picture 91" descr="A purple arrow pointing to a square&#10;&#10;Description automatically generated">
            <a:extLst>
              <a:ext uri="{FF2B5EF4-FFF2-40B4-BE49-F238E27FC236}">
                <a16:creationId xmlns:a16="http://schemas.microsoft.com/office/drawing/2014/main" id="{4D30D997-6EC9-2585-9B4B-D61079891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48"/>
          <a:stretch/>
        </p:blipFill>
        <p:spPr>
          <a:xfrm>
            <a:off x="5711171" y="3790973"/>
            <a:ext cx="4785612" cy="1022571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CD9BFD94-C408-4056-D8AF-8B6CE544803B}"/>
              </a:ext>
            </a:extLst>
          </p:cNvPr>
          <p:cNvSpPr txBox="1"/>
          <p:nvPr/>
        </p:nvSpPr>
        <p:spPr>
          <a:xfrm>
            <a:off x="4857415" y="3457716"/>
            <a:ext cx="6376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Computational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2799264-9BC8-9442-31B9-9F6C20CA722E}"/>
                  </a:ext>
                </a:extLst>
              </p:cNvPr>
              <p:cNvSpPr txBox="1"/>
              <p:nvPr/>
            </p:nvSpPr>
            <p:spPr>
              <a:xfrm>
                <a:off x="5568950" y="5206766"/>
                <a:ext cx="5330076" cy="572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(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+|1⟩)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2799264-9BC8-9442-31B9-9F6C20CA7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950" y="5206766"/>
                <a:ext cx="5330076" cy="572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>
            <a:extLst>
              <a:ext uri="{FF2B5EF4-FFF2-40B4-BE49-F238E27FC236}">
                <a16:creationId xmlns:a16="http://schemas.microsoft.com/office/drawing/2014/main" id="{4ECEF2B6-218B-0C31-BCBD-3E4D3247F28D}"/>
              </a:ext>
            </a:extLst>
          </p:cNvPr>
          <p:cNvSpPr txBox="1"/>
          <p:nvPr/>
        </p:nvSpPr>
        <p:spPr>
          <a:xfrm>
            <a:off x="5138152" y="476938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the gate above is equivalent to the following calculation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0B95B-2EF5-D975-A8CA-563ABF8F6943}"/>
              </a:ext>
            </a:extLst>
          </p:cNvPr>
          <p:cNvSpPr txBox="1"/>
          <p:nvPr/>
        </p:nvSpPr>
        <p:spPr>
          <a:xfrm>
            <a:off x="4363590" y="6073439"/>
            <a:ext cx="3901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worry ! We’ll look at these again.</a:t>
            </a:r>
          </a:p>
        </p:txBody>
      </p:sp>
    </p:spTree>
    <p:extLst>
      <p:ext uri="{BB962C8B-B14F-4D97-AF65-F5344CB8AC3E}">
        <p14:creationId xmlns:p14="http://schemas.microsoft.com/office/powerpoint/2010/main" val="246042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BE142FA-092D-8F3A-12D3-9623AE2E9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722"/>
            <a:ext cx="12192000" cy="494418"/>
          </a:xfrm>
        </p:spPr>
        <p:txBody>
          <a:bodyPr>
            <a:noAutofit/>
          </a:bodyPr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C1D4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Key Single Qubit Gates</a:t>
            </a:r>
            <a:endParaRPr lang="en-IN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62B8D0-77CA-91CB-876B-00A0AE93058B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C7BB7CC-07AF-C9FD-E3E3-53E98A7339FE}"/>
              </a:ext>
            </a:extLst>
          </p:cNvPr>
          <p:cNvSpPr txBox="1"/>
          <p:nvPr/>
        </p:nvSpPr>
        <p:spPr>
          <a:xfrm>
            <a:off x="769341" y="684409"/>
            <a:ext cx="10653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Brief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 of the most critical gates in quantum computation are the Pauli-Gates and the Hadamard Gate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0EC903F-7C70-F64F-184E-748A96E2BC86}"/>
              </a:ext>
            </a:extLst>
          </p:cNvPr>
          <p:cNvSpPr txBox="1"/>
          <p:nvPr/>
        </p:nvSpPr>
        <p:spPr>
          <a:xfrm>
            <a:off x="3043417" y="6252085"/>
            <a:ext cx="6105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9013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try a few examples…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638BB8D-39D8-3B74-A9EA-B8BC30DDFC3E}"/>
              </a:ext>
            </a:extLst>
          </p:cNvPr>
          <p:cNvGrpSpPr/>
          <p:nvPr/>
        </p:nvGrpSpPr>
        <p:grpSpPr>
          <a:xfrm>
            <a:off x="1897552" y="1577217"/>
            <a:ext cx="3856980" cy="1789791"/>
            <a:chOff x="1024403" y="1200916"/>
            <a:chExt cx="3856980" cy="178979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32D8449-7AC0-A3EB-BCAF-3856D7364B08}"/>
                </a:ext>
              </a:extLst>
            </p:cNvPr>
            <p:cNvGrpSpPr/>
            <p:nvPr/>
          </p:nvGrpSpPr>
          <p:grpSpPr>
            <a:xfrm>
              <a:off x="1024403" y="1491916"/>
              <a:ext cx="3856980" cy="1498791"/>
              <a:chOff x="1024403" y="1491916"/>
              <a:chExt cx="3856980" cy="149879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5B8974D-DEE3-C441-0929-79BE39C956B2}"/>
                  </a:ext>
                </a:extLst>
              </p:cNvPr>
              <p:cNvSpPr/>
              <p:nvPr/>
            </p:nvSpPr>
            <p:spPr>
              <a:xfrm>
                <a:off x="1024403" y="1491916"/>
                <a:ext cx="3856980" cy="149879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73B9EE1-C5E5-E4AB-07FF-605199C88E52}"/>
                  </a:ext>
                </a:extLst>
              </p:cNvPr>
              <p:cNvGrpSpPr/>
              <p:nvPr/>
            </p:nvGrpSpPr>
            <p:grpSpPr>
              <a:xfrm>
                <a:off x="1101726" y="1565684"/>
                <a:ext cx="3732127" cy="1243713"/>
                <a:chOff x="1177353" y="1913987"/>
                <a:chExt cx="3732127" cy="124371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2A1F41F7-9CFB-E1B0-245B-8C35DE1641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8281" y="1913987"/>
                      <a:ext cx="2105156" cy="5542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Pauli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2A1F41F7-9CFB-E1B0-245B-8C35DE1641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8281" y="1913987"/>
                      <a:ext cx="2105156" cy="55425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1AD66AE6-B867-4171-0148-5DFD4D324DA1}"/>
                    </a:ext>
                  </a:extLst>
                </p:cNvPr>
                <p:cNvGrpSpPr/>
                <p:nvPr/>
              </p:nvGrpSpPr>
              <p:grpSpPr>
                <a:xfrm>
                  <a:off x="1177353" y="2623727"/>
                  <a:ext cx="3732127" cy="533973"/>
                  <a:chOff x="4109886" y="1913987"/>
                  <a:chExt cx="3732127" cy="53397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" name="Rectangle 16">
                        <a:extLst>
                          <a:ext uri="{FF2B5EF4-FFF2-40B4-BE49-F238E27FC236}">
                            <a16:creationId xmlns:a16="http://schemas.microsoft.com/office/drawing/2014/main" id="{AA18F6B5-4E8A-3F16-B3F8-80C8B3035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70815" y="1913987"/>
                        <a:ext cx="533973" cy="533973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oMath>
                          </m:oMathPara>
                        </a14:m>
                        <a:endParaRPr lang="en-IN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7" name="Rectangle 16">
                        <a:extLst>
                          <a:ext uri="{FF2B5EF4-FFF2-40B4-BE49-F238E27FC236}">
                            <a16:creationId xmlns:a16="http://schemas.microsoft.com/office/drawing/2014/main" id="{AA18F6B5-4E8A-3F16-B3F8-80C8B303571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670815" y="1913987"/>
                        <a:ext cx="533973" cy="533973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F5A05770-9204-A1FB-1AFA-9B51E1482F1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09886" y="2042473"/>
                        <a:ext cx="126316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|0⟩ + </m:t>
                              </m:r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|1⟩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F5A05770-9204-A1FB-1AFA-9B51E1482F1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109886" y="2042473"/>
                        <a:ext cx="1263166" cy="276999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2415" t="-2174" r="-6763" b="-3260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DAB70971-A49E-40A9-3BC9-251835F58497}"/>
                      </a:ext>
                    </a:extLst>
                  </p:cNvPr>
                  <p:cNvCxnSpPr>
                    <a:stCxn id="18" idx="3"/>
                    <a:endCxn id="17" idx="1"/>
                  </p:cNvCxnSpPr>
                  <p:nvPr/>
                </p:nvCxnSpPr>
                <p:spPr>
                  <a:xfrm>
                    <a:off x="5373052" y="2180973"/>
                    <a:ext cx="297763" cy="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AF0B64B6-17E0-E31F-7704-3BACA557771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78847" y="2042472"/>
                        <a:ext cx="126316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|1⟩ + </m:t>
                              </m:r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|0⟩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AF0B64B6-17E0-E31F-7704-3BACA557771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578847" y="2042472"/>
                        <a:ext cx="1263166" cy="276999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2415" t="-2174" r="-6763" b="-3260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C3B64D5B-6588-05E2-AA65-0EF837D4B501}"/>
                      </a:ext>
                    </a:extLst>
                  </p:cNvPr>
                  <p:cNvCxnSpPr>
                    <a:cxnSpLocks/>
                    <a:stCxn id="17" idx="3"/>
                    <a:endCxn id="23" idx="1"/>
                  </p:cNvCxnSpPr>
                  <p:nvPr/>
                </p:nvCxnSpPr>
                <p:spPr>
                  <a:xfrm flipV="1">
                    <a:off x="6204788" y="2180972"/>
                    <a:ext cx="374059" cy="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E01CFA0-68EA-6E51-F86F-891D649ECAF3}"/>
                </a:ext>
              </a:extLst>
            </p:cNvPr>
            <p:cNvSpPr txBox="1"/>
            <p:nvPr/>
          </p:nvSpPr>
          <p:spPr>
            <a:xfrm>
              <a:off x="1024403" y="1200916"/>
              <a:ext cx="3856980" cy="276999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rPr>
                <a:t>X-Gate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FE74DE9-B597-8073-8791-11A6D733D069}"/>
              </a:ext>
            </a:extLst>
          </p:cNvPr>
          <p:cNvGrpSpPr/>
          <p:nvPr/>
        </p:nvGrpSpPr>
        <p:grpSpPr>
          <a:xfrm>
            <a:off x="6164752" y="1577217"/>
            <a:ext cx="3856980" cy="2071266"/>
            <a:chOff x="1024403" y="1200916"/>
            <a:chExt cx="3856980" cy="2071266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A0F68B0-AB8F-134E-B886-CB0A57B27FCA}"/>
                </a:ext>
              </a:extLst>
            </p:cNvPr>
            <p:cNvGrpSpPr/>
            <p:nvPr/>
          </p:nvGrpSpPr>
          <p:grpSpPr>
            <a:xfrm>
              <a:off x="1024403" y="1491916"/>
              <a:ext cx="3856980" cy="1780266"/>
              <a:chOff x="1024403" y="1491916"/>
              <a:chExt cx="3856980" cy="1780266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E384401-32DF-0861-47DE-DEF88FE01612}"/>
                  </a:ext>
                </a:extLst>
              </p:cNvPr>
              <p:cNvSpPr/>
              <p:nvPr/>
            </p:nvSpPr>
            <p:spPr>
              <a:xfrm>
                <a:off x="1024403" y="1491916"/>
                <a:ext cx="3856980" cy="178026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E1EF047-183F-4095-AE9B-F07F639068FD}"/>
                  </a:ext>
                </a:extLst>
              </p:cNvPr>
              <p:cNvGrpSpPr/>
              <p:nvPr/>
            </p:nvGrpSpPr>
            <p:grpSpPr>
              <a:xfrm>
                <a:off x="1101726" y="1565684"/>
                <a:ext cx="3533355" cy="1501479"/>
                <a:chOff x="1177353" y="1913987"/>
                <a:chExt cx="3533355" cy="150147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BF1086D0-6E2D-3C7B-2C77-D240D6FF79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8281" y="1913987"/>
                      <a:ext cx="2105156" cy="5542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Pauli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BF1086D0-6E2D-3C7B-2C77-D240D6FF79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8281" y="1913987"/>
                      <a:ext cx="2105156" cy="55425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6B5879E9-6FBA-24AC-FCF0-A2261A670289}"/>
                    </a:ext>
                  </a:extLst>
                </p:cNvPr>
                <p:cNvGrpSpPr/>
                <p:nvPr/>
              </p:nvGrpSpPr>
              <p:grpSpPr>
                <a:xfrm>
                  <a:off x="1177353" y="2881493"/>
                  <a:ext cx="3533355" cy="533973"/>
                  <a:chOff x="4109886" y="2171753"/>
                  <a:chExt cx="3533355" cy="533973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6" name="Rectangle 55">
                        <a:extLst>
                          <a:ext uri="{FF2B5EF4-FFF2-40B4-BE49-F238E27FC236}">
                            <a16:creationId xmlns:a16="http://schemas.microsoft.com/office/drawing/2014/main" id="{6E739A07-A122-ED97-9BED-26B79113B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70815" y="2171753"/>
                        <a:ext cx="533973" cy="533973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oMath>
                          </m:oMathPara>
                        </a14:m>
                        <a:endParaRPr lang="en-IN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56" name="Rectangle 55">
                        <a:extLst>
                          <a:ext uri="{FF2B5EF4-FFF2-40B4-BE49-F238E27FC236}">
                            <a16:creationId xmlns:a16="http://schemas.microsoft.com/office/drawing/2014/main" id="{6E739A07-A122-ED97-9BED-26B79113BE4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670815" y="2171753"/>
                        <a:ext cx="533973" cy="533973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7" name="TextBox 56">
                        <a:extLst>
                          <a:ext uri="{FF2B5EF4-FFF2-40B4-BE49-F238E27FC236}">
                            <a16:creationId xmlns:a16="http://schemas.microsoft.com/office/drawing/2014/main" id="{6362F606-9E73-640D-8149-390CC9781C4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09886" y="2300239"/>
                        <a:ext cx="126316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|0⟩ + </m:t>
                              </m:r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|1⟩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>
                  <p:sp>
                    <p:nvSpPr>
                      <p:cNvPr id="57" name="TextBox 56">
                        <a:extLst>
                          <a:ext uri="{FF2B5EF4-FFF2-40B4-BE49-F238E27FC236}">
                            <a16:creationId xmlns:a16="http://schemas.microsoft.com/office/drawing/2014/main" id="{6362F606-9E73-640D-8149-390CC9781C4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109886" y="2300239"/>
                        <a:ext cx="1263166" cy="276999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2415" t="-2174" r="-6763" b="-3260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85C3B0FB-6985-D9A5-78A4-88CB2EBD9655}"/>
                      </a:ext>
                    </a:extLst>
                  </p:cNvPr>
                  <p:cNvCxnSpPr>
                    <a:stCxn id="57" idx="3"/>
                    <a:endCxn id="56" idx="1"/>
                  </p:cNvCxnSpPr>
                  <p:nvPr/>
                </p:nvCxnSpPr>
                <p:spPr>
                  <a:xfrm>
                    <a:off x="5373052" y="2438739"/>
                    <a:ext cx="297763" cy="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9" name="TextBox 58">
                        <a:extLst>
                          <a:ext uri="{FF2B5EF4-FFF2-40B4-BE49-F238E27FC236}">
                            <a16:creationId xmlns:a16="http://schemas.microsoft.com/office/drawing/2014/main" id="{179F130A-ADE9-0889-2947-7B4F9436C11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78847" y="2300238"/>
                        <a:ext cx="1064394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|0⟩ − </m:t>
                              </m:r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|1⟩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>
                  <p:sp>
                    <p:nvSpPr>
                      <p:cNvPr id="59" name="TextBox 58">
                        <a:extLst>
                          <a:ext uri="{FF2B5EF4-FFF2-40B4-BE49-F238E27FC236}">
                            <a16:creationId xmlns:a16="http://schemas.microsoft.com/office/drawing/2014/main" id="{179F130A-ADE9-0889-2947-7B4F9436C11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578847" y="2300238"/>
                        <a:ext cx="1064394" cy="276999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l="-5714" t="-2174" r="-22857" b="-3260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F4B8A5BF-AF0B-F225-6FE3-2A513CE17406}"/>
                      </a:ext>
                    </a:extLst>
                  </p:cNvPr>
                  <p:cNvCxnSpPr>
                    <a:cxnSpLocks/>
                    <a:stCxn id="56" idx="3"/>
                    <a:endCxn id="59" idx="1"/>
                  </p:cNvCxnSpPr>
                  <p:nvPr/>
                </p:nvCxnSpPr>
                <p:spPr>
                  <a:xfrm flipV="1">
                    <a:off x="6204788" y="2438738"/>
                    <a:ext cx="374059" cy="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AC01DD3-008E-B847-0E79-29CE275FB487}"/>
                </a:ext>
              </a:extLst>
            </p:cNvPr>
            <p:cNvSpPr txBox="1"/>
            <p:nvPr/>
          </p:nvSpPr>
          <p:spPr>
            <a:xfrm>
              <a:off x="1024403" y="1200916"/>
              <a:ext cx="3856980" cy="276999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rPr>
                <a:t>Z-Gate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6BF4B62-FAD2-60ED-1E5F-DC6D76D3F536}"/>
              </a:ext>
            </a:extLst>
          </p:cNvPr>
          <p:cNvGrpSpPr/>
          <p:nvPr/>
        </p:nvGrpSpPr>
        <p:grpSpPr>
          <a:xfrm>
            <a:off x="6164752" y="4152495"/>
            <a:ext cx="3856980" cy="1789791"/>
            <a:chOff x="1024403" y="1200916"/>
            <a:chExt cx="3856980" cy="1789791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C68FBF2-3EB8-EE03-3C33-1FF18319825B}"/>
                </a:ext>
              </a:extLst>
            </p:cNvPr>
            <p:cNvGrpSpPr/>
            <p:nvPr/>
          </p:nvGrpSpPr>
          <p:grpSpPr>
            <a:xfrm>
              <a:off x="1024403" y="1491916"/>
              <a:ext cx="3856980" cy="1498791"/>
              <a:chOff x="1024403" y="1491916"/>
              <a:chExt cx="3856980" cy="1498791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1065101-4F02-EC62-3D30-D50FC7AB1706}"/>
                  </a:ext>
                </a:extLst>
              </p:cNvPr>
              <p:cNvSpPr/>
              <p:nvPr/>
            </p:nvSpPr>
            <p:spPr>
              <a:xfrm>
                <a:off x="1024403" y="1491916"/>
                <a:ext cx="3856980" cy="149879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A212C26B-7E21-097D-4A4A-F2F18EACE485}"/>
                  </a:ext>
                </a:extLst>
              </p:cNvPr>
              <p:cNvGrpSpPr/>
              <p:nvPr/>
            </p:nvGrpSpPr>
            <p:grpSpPr>
              <a:xfrm>
                <a:off x="1024403" y="1531089"/>
                <a:ext cx="3856979" cy="1299996"/>
                <a:chOff x="1100030" y="1879392"/>
                <a:chExt cx="3856979" cy="129999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B28DEEA4-6819-34FF-AD86-BDA3DBE112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00030" y="1879392"/>
                      <a:ext cx="3856979" cy="6646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Hadamard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B28DEEA4-6819-34FF-AD86-BDA3DBE1127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00030" y="1879392"/>
                      <a:ext cx="3856979" cy="664606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A422F09D-2A6F-23C5-1884-F42E57A7AADA}"/>
                    </a:ext>
                  </a:extLst>
                </p:cNvPr>
                <p:cNvGrpSpPr/>
                <p:nvPr/>
              </p:nvGrpSpPr>
              <p:grpSpPr>
                <a:xfrm>
                  <a:off x="1542756" y="2607115"/>
                  <a:ext cx="3207592" cy="572273"/>
                  <a:chOff x="4475289" y="1897375"/>
                  <a:chExt cx="3207592" cy="57227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8" name="Rectangle 67">
                        <a:extLst>
                          <a:ext uri="{FF2B5EF4-FFF2-40B4-BE49-F238E27FC236}">
                            <a16:creationId xmlns:a16="http://schemas.microsoft.com/office/drawing/2014/main" id="{6B06B8BF-5B93-EA3F-0B99-99990C8B4F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60595" y="1913987"/>
                        <a:ext cx="533973" cy="533973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IN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8" name="Rectangle 67">
                        <a:extLst>
                          <a:ext uri="{FF2B5EF4-FFF2-40B4-BE49-F238E27FC236}">
                            <a16:creationId xmlns:a16="http://schemas.microsoft.com/office/drawing/2014/main" id="{6B06B8BF-5B93-EA3F-0B99-99990C8B4F9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60595" y="1913987"/>
                        <a:ext cx="533973" cy="533973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9" name="TextBox 68">
                        <a:extLst>
                          <a:ext uri="{FF2B5EF4-FFF2-40B4-BE49-F238E27FC236}">
                            <a16:creationId xmlns:a16="http://schemas.microsoft.com/office/drawing/2014/main" id="{40F19F8A-B05A-8622-7D0C-D19CD9E3BAA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75289" y="2042473"/>
                        <a:ext cx="338233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|0⟩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69" name="TextBox 68">
                        <a:extLst>
                          <a:ext uri="{FF2B5EF4-FFF2-40B4-BE49-F238E27FC236}">
                            <a16:creationId xmlns:a16="http://schemas.microsoft.com/office/drawing/2014/main" id="{40F19F8A-B05A-8622-7D0C-D19CD9E3BAA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475289" y="2042473"/>
                        <a:ext cx="338233" cy="276999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l="-23636" t="-2222" r="-27273" b="-3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F388CA2A-182E-CC16-18DE-97E6A52AA03C}"/>
                      </a:ext>
                    </a:extLst>
                  </p:cNvPr>
                  <p:cNvCxnSpPr>
                    <a:stCxn id="69" idx="3"/>
                    <a:endCxn id="68" idx="1"/>
                  </p:cNvCxnSpPr>
                  <p:nvPr/>
                </p:nvCxnSpPr>
                <p:spPr>
                  <a:xfrm>
                    <a:off x="4813522" y="2180973"/>
                    <a:ext cx="447073" cy="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1" name="TextBox 70">
                        <a:extLst>
                          <a:ext uri="{FF2B5EF4-FFF2-40B4-BE49-F238E27FC236}">
                            <a16:creationId xmlns:a16="http://schemas.microsoft.com/office/drawing/2014/main" id="{F30FF4B2-B541-7CCF-4F49-740771647EB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19055" y="1897375"/>
                        <a:ext cx="1563826" cy="57227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(|0⟩+|1⟩ ) 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71" name="TextBox 70">
                        <a:extLst>
                          <a:ext uri="{FF2B5EF4-FFF2-40B4-BE49-F238E27FC236}">
                            <a16:creationId xmlns:a16="http://schemas.microsoft.com/office/drawing/2014/main" id="{F30FF4B2-B541-7CCF-4F49-740771647EB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19055" y="1897375"/>
                        <a:ext cx="1563826" cy="572273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AC2F1CF8-B034-5F5C-A258-77DBD39C26C8}"/>
                      </a:ext>
                    </a:extLst>
                  </p:cNvPr>
                  <p:cNvCxnSpPr>
                    <a:cxnSpLocks/>
                    <a:stCxn id="68" idx="3"/>
                    <a:endCxn id="71" idx="1"/>
                  </p:cNvCxnSpPr>
                  <p:nvPr/>
                </p:nvCxnSpPr>
                <p:spPr>
                  <a:xfrm>
                    <a:off x="5794568" y="2180974"/>
                    <a:ext cx="324487" cy="253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E7334BA-ADDD-0B4F-FCEB-7780CCC2FF12}"/>
                </a:ext>
              </a:extLst>
            </p:cNvPr>
            <p:cNvSpPr txBox="1"/>
            <p:nvPr/>
          </p:nvSpPr>
          <p:spPr>
            <a:xfrm>
              <a:off x="1024403" y="1200916"/>
              <a:ext cx="3856980" cy="276999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rPr>
                <a:t>Hadamard-Gate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60A16387-3CC4-F80D-0B06-388F033BC767}"/>
              </a:ext>
            </a:extLst>
          </p:cNvPr>
          <p:cNvSpPr/>
          <p:nvPr/>
        </p:nvSpPr>
        <p:spPr>
          <a:xfrm>
            <a:off x="1961586" y="3968338"/>
            <a:ext cx="3856980" cy="1759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5B5CAC1-4414-DE39-1626-545D820165CD}"/>
              </a:ext>
            </a:extLst>
          </p:cNvPr>
          <p:cNvGrpSpPr/>
          <p:nvPr/>
        </p:nvGrpSpPr>
        <p:grpSpPr>
          <a:xfrm>
            <a:off x="1974875" y="4051029"/>
            <a:ext cx="3661595" cy="1546904"/>
            <a:chOff x="1177353" y="1913987"/>
            <a:chExt cx="3661595" cy="15469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BFF849B-4010-E728-FC64-965FC3135CCA}"/>
                    </a:ext>
                  </a:extLst>
                </p:cNvPr>
                <p:cNvSpPr txBox="1"/>
                <p:nvPr/>
              </p:nvSpPr>
              <p:spPr>
                <a:xfrm>
                  <a:off x="1728281" y="1913987"/>
                  <a:ext cx="2105156" cy="554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Pauli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BFF849B-4010-E728-FC64-965FC3135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281" y="1913987"/>
                  <a:ext cx="2105156" cy="5542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BDA766A-818E-5469-E2C0-95444A16B37A}"/>
                </a:ext>
              </a:extLst>
            </p:cNvPr>
            <p:cNvGrpSpPr/>
            <p:nvPr/>
          </p:nvGrpSpPr>
          <p:grpSpPr>
            <a:xfrm>
              <a:off x="1177353" y="2926918"/>
              <a:ext cx="3661595" cy="533973"/>
              <a:chOff x="4109886" y="2217178"/>
              <a:chExt cx="3661595" cy="53397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83DA4D8B-7F2D-C310-9771-4D3519799B40}"/>
                      </a:ext>
                    </a:extLst>
                  </p:cNvPr>
                  <p:cNvSpPr/>
                  <p:nvPr/>
                </p:nvSpPr>
                <p:spPr>
                  <a:xfrm>
                    <a:off x="5670815" y="2217178"/>
                    <a:ext cx="533973" cy="533973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83DA4D8B-7F2D-C310-9771-4D3519799B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0815" y="2217178"/>
                    <a:ext cx="533973" cy="53397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7037BB64-7B69-50B5-A441-6D189F84A0EF}"/>
                      </a:ext>
                    </a:extLst>
                  </p:cNvPr>
                  <p:cNvSpPr txBox="1"/>
                  <p:nvPr/>
                </p:nvSpPr>
                <p:spPr>
                  <a:xfrm>
                    <a:off x="4109886" y="2345664"/>
                    <a:ext cx="126316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|0⟩ + 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β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|1⟩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7037BB64-7B69-50B5-A441-6D189F84A0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9886" y="2345664"/>
                    <a:ext cx="1263166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2415" t="-2222" r="-6763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34FC305-73A9-E979-4B29-F7243F95D7C6}"/>
                  </a:ext>
                </a:extLst>
              </p:cNvPr>
              <p:cNvCxnSpPr>
                <a:stCxn id="41" idx="3"/>
                <a:endCxn id="40" idx="1"/>
              </p:cNvCxnSpPr>
              <p:nvPr/>
            </p:nvCxnSpPr>
            <p:spPr>
              <a:xfrm>
                <a:off x="5373052" y="2484164"/>
                <a:ext cx="297763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1CCE893D-01C4-74FD-A6A2-7BD5A6739C06}"/>
                      </a:ext>
                    </a:extLst>
                  </p:cNvPr>
                  <p:cNvSpPr txBox="1"/>
                  <p:nvPr/>
                </p:nvSpPr>
                <p:spPr>
                  <a:xfrm>
                    <a:off x="6578847" y="2345663"/>
                    <a:ext cx="119263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iα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|1⟩ − 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iβ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|0⟩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1CCE893D-01C4-74FD-A6A2-7BD5A6739C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8847" y="2345663"/>
                    <a:ext cx="1192634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7143" t="-2222" r="-20408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F9CE89A-A7A6-16B3-9D92-01E99AB5E25C}"/>
                  </a:ext>
                </a:extLst>
              </p:cNvPr>
              <p:cNvCxnSpPr>
                <a:cxnSpLocks/>
                <a:stCxn id="40" idx="3"/>
                <a:endCxn id="43" idx="1"/>
              </p:cNvCxnSpPr>
              <p:nvPr/>
            </p:nvCxnSpPr>
            <p:spPr>
              <a:xfrm flipV="1">
                <a:off x="6204788" y="2484163"/>
                <a:ext cx="374059" cy="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62BBBAA-AB40-2C35-E1DE-21995F858E4C}"/>
              </a:ext>
            </a:extLst>
          </p:cNvPr>
          <p:cNvSpPr txBox="1"/>
          <p:nvPr/>
        </p:nvSpPr>
        <p:spPr>
          <a:xfrm>
            <a:off x="1897552" y="3691340"/>
            <a:ext cx="3856980" cy="27699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Y-Gate</a:t>
            </a:r>
          </a:p>
        </p:txBody>
      </p:sp>
    </p:spTree>
    <p:extLst>
      <p:ext uri="{BB962C8B-B14F-4D97-AF65-F5344CB8AC3E}">
        <p14:creationId xmlns:p14="http://schemas.microsoft.com/office/powerpoint/2010/main" val="3208241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85FD3D6-D301-D43C-801E-A3EE8E3478DF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Rotational Gates (Parametrized) </a:t>
            </a:r>
            <a:endParaRPr lang="en-IN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60675E-BDF2-6239-18AF-0534C015E420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6A87692-C399-E0D4-0C21-3030F90A7C31}"/>
              </a:ext>
            </a:extLst>
          </p:cNvPr>
          <p:cNvSpPr txBox="1"/>
          <p:nvPr/>
        </p:nvSpPr>
        <p:spPr>
          <a:xfrm>
            <a:off x="769341" y="909933"/>
            <a:ext cx="10653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Brief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Rotational Gates are parametrized operations that rotate the quantum state by a controllable angle around a specific axis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815DBA0-C751-F800-D90A-AAB2BE61F034}"/>
              </a:ext>
            </a:extLst>
          </p:cNvPr>
          <p:cNvGrpSpPr/>
          <p:nvPr/>
        </p:nvGrpSpPr>
        <p:grpSpPr>
          <a:xfrm>
            <a:off x="769634" y="1616613"/>
            <a:ext cx="3224634" cy="3793851"/>
            <a:chOff x="1217787" y="1471114"/>
            <a:chExt cx="3224634" cy="379385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87947B3-6D24-8A9F-9CA2-021FEC865E6C}"/>
                </a:ext>
              </a:extLst>
            </p:cNvPr>
            <p:cNvGrpSpPr/>
            <p:nvPr/>
          </p:nvGrpSpPr>
          <p:grpSpPr>
            <a:xfrm>
              <a:off x="1217787" y="1471114"/>
              <a:ext cx="3224634" cy="3793851"/>
              <a:chOff x="1024403" y="1200916"/>
              <a:chExt cx="3856980" cy="3793851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267B943-F5E2-BB19-54B5-252C5C95B8C9}"/>
                  </a:ext>
                </a:extLst>
              </p:cNvPr>
              <p:cNvSpPr/>
              <p:nvPr/>
            </p:nvSpPr>
            <p:spPr>
              <a:xfrm>
                <a:off x="1024403" y="1491916"/>
                <a:ext cx="3856980" cy="350285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707DE9-5504-60F2-9AC5-439985E2B2F6}"/>
                  </a:ext>
                </a:extLst>
              </p:cNvPr>
              <p:cNvSpPr txBox="1"/>
              <p:nvPr/>
            </p:nvSpPr>
            <p:spPr>
              <a:xfrm>
                <a:off x="1024403" y="1200916"/>
                <a:ext cx="3856980" cy="276999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bg1"/>
                    </a:solidFill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RX-Gate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53A724F-B5A6-E8C4-0FA6-92B6AE969790}"/>
                </a:ext>
              </a:extLst>
            </p:cNvPr>
            <p:cNvGrpSpPr/>
            <p:nvPr/>
          </p:nvGrpSpPr>
          <p:grpSpPr>
            <a:xfrm>
              <a:off x="1306298" y="1976616"/>
              <a:ext cx="2814270" cy="3123269"/>
              <a:chOff x="1155044" y="1976616"/>
              <a:chExt cx="2814270" cy="3123269"/>
            </a:xfrm>
          </p:grpSpPr>
          <p:pic>
            <p:nvPicPr>
              <p:cNvPr id="4" name="Picture 3" descr="A diagram of a sphere&#10;&#10;AI-generated content may be incorrect.">
                <a:extLst>
                  <a:ext uri="{FF2B5EF4-FFF2-40B4-BE49-F238E27FC236}">
                    <a16:creationId xmlns:a16="http://schemas.microsoft.com/office/drawing/2014/main" id="{58C84747-7983-EEA1-EFEF-70926E49B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9626"/>
              <a:stretch>
                <a:fillRect/>
              </a:stretch>
            </p:blipFill>
            <p:spPr>
              <a:xfrm>
                <a:off x="1959600" y="1976616"/>
                <a:ext cx="1670232" cy="193364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FD90D85-2A92-9363-EE31-FD1E56C6DECD}"/>
                      </a:ext>
                    </a:extLst>
                  </p:cNvPr>
                  <p:cNvSpPr txBox="1"/>
                  <p:nvPr/>
                </p:nvSpPr>
                <p:spPr>
                  <a:xfrm>
                    <a:off x="1155044" y="4045879"/>
                    <a:ext cx="2814270" cy="105400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os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𝑖𝑠𝑖𝑛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𝑖𝑠𝑖𝑛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os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FD90D85-2A92-9363-EE31-FD1E56C6DE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5044" y="4045879"/>
                    <a:ext cx="2814270" cy="105400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6A1A792-A2E9-0F49-AA99-418D2D2D76CA}"/>
              </a:ext>
            </a:extLst>
          </p:cNvPr>
          <p:cNvGrpSpPr/>
          <p:nvPr/>
        </p:nvGrpSpPr>
        <p:grpSpPr>
          <a:xfrm>
            <a:off x="4483683" y="1616613"/>
            <a:ext cx="3224634" cy="3793851"/>
            <a:chOff x="4692507" y="1471114"/>
            <a:chExt cx="3224634" cy="3793851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C8F5305-8A1F-CAD8-387E-B5ED98AEAE97}"/>
                </a:ext>
              </a:extLst>
            </p:cNvPr>
            <p:cNvGrpSpPr/>
            <p:nvPr/>
          </p:nvGrpSpPr>
          <p:grpSpPr>
            <a:xfrm>
              <a:off x="4692507" y="1471114"/>
              <a:ext cx="3224634" cy="3793851"/>
              <a:chOff x="1024403" y="1200916"/>
              <a:chExt cx="3856980" cy="3793851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78CFA8F-4607-217F-EAC4-6FD7FA5A265A}"/>
                  </a:ext>
                </a:extLst>
              </p:cNvPr>
              <p:cNvSpPr/>
              <p:nvPr/>
            </p:nvSpPr>
            <p:spPr>
              <a:xfrm>
                <a:off x="1024403" y="1491916"/>
                <a:ext cx="3856980" cy="350285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77786C-D92D-35B2-F775-905F94B48BCE}"/>
                  </a:ext>
                </a:extLst>
              </p:cNvPr>
              <p:cNvSpPr txBox="1"/>
              <p:nvPr/>
            </p:nvSpPr>
            <p:spPr>
              <a:xfrm>
                <a:off x="1024403" y="1200916"/>
                <a:ext cx="3856980" cy="276999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bg1"/>
                    </a:solidFill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RY-Gate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40466CE-0E2E-78CA-08A0-C85116126F0B}"/>
                </a:ext>
              </a:extLst>
            </p:cNvPr>
            <p:cNvGrpSpPr/>
            <p:nvPr/>
          </p:nvGrpSpPr>
          <p:grpSpPr>
            <a:xfrm>
              <a:off x="4764274" y="1976616"/>
              <a:ext cx="2663452" cy="3123269"/>
              <a:chOff x="4494815" y="1976616"/>
              <a:chExt cx="2663452" cy="31232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CAC9D03A-577F-487A-D309-D11FD115B2CD}"/>
                      </a:ext>
                    </a:extLst>
                  </p:cNvPr>
                  <p:cNvSpPr txBox="1"/>
                  <p:nvPr/>
                </p:nvSpPr>
                <p:spPr>
                  <a:xfrm>
                    <a:off x="4494815" y="4045879"/>
                    <a:ext cx="2663452" cy="105400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os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𝑠𝑖𝑛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𝑠𝑖𝑛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os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CAC9D03A-577F-487A-D309-D11FD115B2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4815" y="4045879"/>
                    <a:ext cx="2663452" cy="105400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4" name="Picture 13" descr="A diagram of a sphere&#10;&#10;AI-generated content may be incorrect.">
                <a:extLst>
                  <a:ext uri="{FF2B5EF4-FFF2-40B4-BE49-F238E27FC236}">
                    <a16:creationId xmlns:a16="http://schemas.microsoft.com/office/drawing/2014/main" id="{93261045-728F-8F30-DCE2-AC5DD307B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662" r="35149"/>
              <a:stretch>
                <a:fillRect/>
              </a:stretch>
            </p:blipFill>
            <p:spPr>
              <a:xfrm>
                <a:off x="5218810" y="1976616"/>
                <a:ext cx="1714991" cy="1933647"/>
              </a:xfrm>
              <a:prstGeom prst="rect">
                <a:avLst/>
              </a:prstGeom>
            </p:spPr>
          </p:pic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C9F47D-2051-40C1-77F7-CCE4EE982C49}"/>
              </a:ext>
            </a:extLst>
          </p:cNvPr>
          <p:cNvGrpSpPr/>
          <p:nvPr/>
        </p:nvGrpSpPr>
        <p:grpSpPr>
          <a:xfrm>
            <a:off x="8197732" y="1616613"/>
            <a:ext cx="3224634" cy="3793851"/>
            <a:chOff x="8223488" y="1471114"/>
            <a:chExt cx="3224634" cy="3793851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1E3F9EB-6E8E-2BF3-D0AF-F27549063BA3}"/>
                </a:ext>
              </a:extLst>
            </p:cNvPr>
            <p:cNvGrpSpPr/>
            <p:nvPr/>
          </p:nvGrpSpPr>
          <p:grpSpPr>
            <a:xfrm>
              <a:off x="8223488" y="1471114"/>
              <a:ext cx="3224634" cy="3793851"/>
              <a:chOff x="1024403" y="1200916"/>
              <a:chExt cx="3856980" cy="379385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C372859-49BB-02C7-5ED5-FD42399C200C}"/>
                  </a:ext>
                </a:extLst>
              </p:cNvPr>
              <p:cNvSpPr/>
              <p:nvPr/>
            </p:nvSpPr>
            <p:spPr>
              <a:xfrm>
                <a:off x="1024403" y="1491916"/>
                <a:ext cx="3856980" cy="350285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12AF617-1E4E-BC0C-E90D-C9C870DE9681}"/>
                  </a:ext>
                </a:extLst>
              </p:cNvPr>
              <p:cNvSpPr txBox="1"/>
              <p:nvPr/>
            </p:nvSpPr>
            <p:spPr>
              <a:xfrm>
                <a:off x="1024403" y="1200916"/>
                <a:ext cx="3856980" cy="276999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bg1"/>
                    </a:solidFill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RZ-Gate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8E9A50A-972F-319A-05BA-ABDEDF41D500}"/>
                </a:ext>
              </a:extLst>
            </p:cNvPr>
            <p:cNvGrpSpPr/>
            <p:nvPr/>
          </p:nvGrpSpPr>
          <p:grpSpPr>
            <a:xfrm>
              <a:off x="8523933" y="1976616"/>
              <a:ext cx="2500289" cy="3027313"/>
              <a:chOff x="8071432" y="1976616"/>
              <a:chExt cx="2500289" cy="30273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695AB2C0-9948-D331-C6D2-BA1A46DC8E43}"/>
                      </a:ext>
                    </a:extLst>
                  </p:cNvPr>
                  <p:cNvSpPr txBox="1"/>
                  <p:nvPr/>
                </p:nvSpPr>
                <p:spPr>
                  <a:xfrm>
                    <a:off x="8071432" y="4141834"/>
                    <a:ext cx="2500289" cy="8620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𝜃</m:t>
                                            </m:r>
                                          </m:num>
                                          <m:den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𝜃</m:t>
                                            </m:r>
                                          </m:num>
                                          <m:den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695AB2C0-9948-D331-C6D2-BA1A46DC8E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71432" y="4141834"/>
                    <a:ext cx="2500289" cy="8620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5" name="Picture 14" descr="A diagram of a sphere&#10;&#10;AI-generated content may be incorrect.">
                <a:extLst>
                  <a:ext uri="{FF2B5EF4-FFF2-40B4-BE49-F238E27FC236}">
                    <a16:creationId xmlns:a16="http://schemas.microsoft.com/office/drawing/2014/main" id="{2D6CA429-200E-4528-A3B4-38C080F4CF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8812"/>
              <a:stretch>
                <a:fillRect/>
              </a:stretch>
            </p:blipFill>
            <p:spPr>
              <a:xfrm>
                <a:off x="8464080" y="1976616"/>
                <a:ext cx="1714992" cy="193364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53947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D5CF369-20D4-89B3-1738-DFDA75BE1CF0}"/>
              </a:ext>
            </a:extLst>
          </p:cNvPr>
          <p:cNvSpPr txBox="1"/>
          <p:nvPr/>
        </p:nvSpPr>
        <p:spPr>
          <a:xfrm>
            <a:off x="462455" y="1284090"/>
            <a:ext cx="11330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sz="160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given quantum gate rotates a qubit on the Bloch Sphere.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AD659E-D62A-DC0E-5BB9-76B6D4D113DA}"/>
                  </a:ext>
                </a:extLst>
              </p:cNvPr>
              <p:cNvSpPr txBox="1"/>
              <p:nvPr/>
            </p:nvSpPr>
            <p:spPr>
              <a:xfrm>
                <a:off x="462455" y="1866089"/>
                <a:ext cx="1133007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600" i="0" u="none" strike="noStrike" baseline="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single qubit gate can be created using a combination of any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Gates.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AD659E-D62A-DC0E-5BB9-76B6D4D11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55" y="1866089"/>
                <a:ext cx="11330070" cy="338554"/>
              </a:xfrm>
              <a:prstGeom prst="rect">
                <a:avLst/>
              </a:prstGeom>
              <a:blipFill>
                <a:blip r:embed="rId2"/>
                <a:stretch>
                  <a:fillRect l="-323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DB8CD358-4349-2E2E-6F05-FFFDDCA39B4D}"/>
              </a:ext>
            </a:extLst>
          </p:cNvPr>
          <p:cNvGrpSpPr/>
          <p:nvPr/>
        </p:nvGrpSpPr>
        <p:grpSpPr>
          <a:xfrm>
            <a:off x="7252301" y="1772749"/>
            <a:ext cx="4615781" cy="577081"/>
            <a:chOff x="3155938" y="1181427"/>
            <a:chExt cx="4615781" cy="57708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3DF59E0-AFE6-F65E-FA26-6A94F67CB228}"/>
                </a:ext>
              </a:extLst>
            </p:cNvPr>
            <p:cNvSpPr/>
            <p:nvPr/>
          </p:nvSpPr>
          <p:spPr>
            <a:xfrm>
              <a:off x="3155938" y="1326615"/>
              <a:ext cx="1430026" cy="2867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28C94B-C454-A384-0515-73A80887A525}"/>
                </a:ext>
              </a:extLst>
            </p:cNvPr>
            <p:cNvSpPr txBox="1"/>
            <p:nvPr/>
          </p:nvSpPr>
          <p:spPr>
            <a:xfrm>
              <a:off x="5017765" y="1181427"/>
              <a:ext cx="2753954" cy="57708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05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Also known as the Pauli-Rotational gates, these are “</a:t>
              </a:r>
              <a:r>
                <a:rPr lang="en-IN" sz="105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Parameterized Gates”</a:t>
              </a:r>
              <a:r>
                <a:rPr lang="en-IN" sz="105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which rotate a qubit about a given axis by a given angle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4370FDC-6931-0573-57E1-A6C9904E73F1}"/>
                </a:ext>
              </a:extLst>
            </p:cNvPr>
            <p:cNvCxnSpPr>
              <a:cxnSpLocks/>
              <a:stCxn id="14" idx="1"/>
              <a:endCxn id="13" idx="3"/>
            </p:cNvCxnSpPr>
            <p:nvPr/>
          </p:nvCxnSpPr>
          <p:spPr>
            <a:xfrm flipH="1">
              <a:off x="4585964" y="1469968"/>
              <a:ext cx="43180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1D689AE-57C6-8BA9-4520-8911F3BEB98C}"/>
              </a:ext>
            </a:extLst>
          </p:cNvPr>
          <p:cNvGrpSpPr/>
          <p:nvPr/>
        </p:nvGrpSpPr>
        <p:grpSpPr>
          <a:xfrm>
            <a:off x="8053658" y="2638591"/>
            <a:ext cx="3251830" cy="3735042"/>
            <a:chOff x="6043616" y="1872451"/>
            <a:chExt cx="3251830" cy="373504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4A86C40-F079-B94D-DC58-9E6E40D45B06}"/>
                </a:ext>
              </a:extLst>
            </p:cNvPr>
            <p:cNvGrpSpPr/>
            <p:nvPr/>
          </p:nvGrpSpPr>
          <p:grpSpPr>
            <a:xfrm>
              <a:off x="6043616" y="1872451"/>
              <a:ext cx="3251830" cy="3067512"/>
              <a:chOff x="6043616" y="1400716"/>
              <a:chExt cx="3251830" cy="3067512"/>
            </a:xfrm>
          </p:grpSpPr>
          <p:pic>
            <p:nvPicPr>
              <p:cNvPr id="34" name="Picture 33" descr="A two circles with lines and symbols&#10;&#10;Description automatically generated">
                <a:extLst>
                  <a:ext uri="{FF2B5EF4-FFF2-40B4-BE49-F238E27FC236}">
                    <a16:creationId xmlns:a16="http://schemas.microsoft.com/office/drawing/2014/main" id="{E5C3C186-5867-3515-58DE-AFC96ECD94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319"/>
              <a:stretch/>
            </p:blipFill>
            <p:spPr>
              <a:xfrm>
                <a:off x="6043616" y="1400716"/>
                <a:ext cx="3251830" cy="2742243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1A68CD6-8ED5-E4B6-244B-020AC95049F7}"/>
                  </a:ext>
                </a:extLst>
              </p:cNvPr>
              <p:cNvSpPr txBox="1"/>
              <p:nvPr/>
            </p:nvSpPr>
            <p:spPr>
              <a:xfrm>
                <a:off x="6375400" y="4191229"/>
                <a:ext cx="23495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Rotational Axes</a:t>
                </a:r>
                <a:endParaRPr lang="en-IN" sz="1200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851ADFB-E195-A81D-A849-1E609DB0B3E2}"/>
                </a:ext>
              </a:extLst>
            </p:cNvPr>
            <p:cNvGrpSpPr/>
            <p:nvPr/>
          </p:nvGrpSpPr>
          <p:grpSpPr>
            <a:xfrm>
              <a:off x="6375400" y="4693627"/>
              <a:ext cx="2349500" cy="913866"/>
              <a:chOff x="6375400" y="5317670"/>
              <a:chExt cx="2349500" cy="913866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461304E-D4C5-4E88-5109-ABF24B1CFD34}"/>
                  </a:ext>
                </a:extLst>
              </p:cNvPr>
              <p:cNvGrpSpPr/>
              <p:nvPr/>
            </p:nvGrpSpPr>
            <p:grpSpPr>
              <a:xfrm>
                <a:off x="6375400" y="5317670"/>
                <a:ext cx="2349500" cy="913866"/>
                <a:chOff x="4038964" y="-751719"/>
                <a:chExt cx="2314453" cy="887292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D0E6EF8-C2AE-FB75-7893-6B2866FCC4F4}"/>
                    </a:ext>
                  </a:extLst>
                </p:cNvPr>
                <p:cNvSpPr/>
                <p:nvPr/>
              </p:nvSpPr>
              <p:spPr>
                <a:xfrm>
                  <a:off x="4520621" y="-751719"/>
                  <a:ext cx="1363640" cy="19230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 dirty="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1566E43-23EE-649C-29B6-E49CBCAE8527}"/>
                    </a:ext>
                  </a:extLst>
                </p:cNvPr>
                <p:cNvSpPr txBox="1"/>
                <p:nvPr/>
              </p:nvSpPr>
              <p:spPr>
                <a:xfrm>
                  <a:off x="4038964" y="-267843"/>
                  <a:ext cx="2314453" cy="4034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5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 Pauli Rotational Gates rotate around one of the 3 axes of the sphere.</a:t>
                  </a:r>
                  <a:endParaRPr lang="en-IN" sz="105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ED88E35-3474-CAFC-C5A6-EAA7631ED9A1}"/>
                  </a:ext>
                </a:extLst>
              </p:cNvPr>
              <p:cNvCxnSpPr>
                <a:cxnSpLocks/>
                <a:stCxn id="31" idx="0"/>
                <a:endCxn id="36" idx="2"/>
              </p:cNvCxnSpPr>
              <p:nvPr/>
            </p:nvCxnSpPr>
            <p:spPr>
              <a:xfrm flipV="1">
                <a:off x="7550150" y="5564006"/>
                <a:ext cx="0" cy="25203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A58A1E8-C15C-DAAD-F985-2305F5FC94BB}"/>
              </a:ext>
            </a:extLst>
          </p:cNvPr>
          <p:cNvGrpSpPr/>
          <p:nvPr/>
        </p:nvGrpSpPr>
        <p:grpSpPr>
          <a:xfrm>
            <a:off x="519605" y="2888023"/>
            <a:ext cx="7189434" cy="2769811"/>
            <a:chOff x="519605" y="2888023"/>
            <a:chExt cx="7189434" cy="2769811"/>
          </a:xfrm>
        </p:grpSpPr>
        <p:pic>
          <p:nvPicPr>
            <p:cNvPr id="3" name="Picture 2" descr="A black and white logo&#10;&#10;Description automatically generated">
              <a:extLst>
                <a:ext uri="{FF2B5EF4-FFF2-40B4-BE49-F238E27FC236}">
                  <a16:creationId xmlns:a16="http://schemas.microsoft.com/office/drawing/2014/main" id="{FBED32CB-ACE1-FDD6-8191-052BA225B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26"/>
            <a:stretch/>
          </p:blipFill>
          <p:spPr>
            <a:xfrm>
              <a:off x="886512" y="2888023"/>
              <a:ext cx="2910045" cy="977950"/>
            </a:xfrm>
            <a:prstGeom prst="rect">
              <a:avLst/>
            </a:prstGeom>
          </p:spPr>
        </p:pic>
        <p:pic>
          <p:nvPicPr>
            <p:cNvPr id="7" name="Picture 6" descr="A black and white diagram of a rx&#10;&#10;Description automatically generated">
              <a:extLst>
                <a:ext uri="{FF2B5EF4-FFF2-40B4-BE49-F238E27FC236}">
                  <a16:creationId xmlns:a16="http://schemas.microsoft.com/office/drawing/2014/main" id="{43116A34-2A86-51F3-FCCD-671AB929A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4"/>
            <a:stretch/>
          </p:blipFill>
          <p:spPr>
            <a:xfrm>
              <a:off x="886512" y="4375068"/>
              <a:ext cx="5202507" cy="128276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867F6E-A24E-94E1-33BF-487126CFFF5F}"/>
                </a:ext>
              </a:extLst>
            </p:cNvPr>
            <p:cNvSpPr txBox="1"/>
            <p:nvPr/>
          </p:nvSpPr>
          <p:spPr>
            <a:xfrm>
              <a:off x="519605" y="3966632"/>
              <a:ext cx="1697118" cy="307777"/>
            </a:xfrm>
            <a:prstGeom prst="rect">
              <a:avLst/>
            </a:prstGeom>
            <a:solidFill>
              <a:srgbClr val="418064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rPr>
                <a:t>Equivalent Circuits</a:t>
              </a:r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DE37B969-7913-62DB-367A-0A38F5AF266E}"/>
                </a:ext>
              </a:extLst>
            </p:cNvPr>
            <p:cNvCxnSpPr>
              <a:cxnSpLocks/>
              <a:stCxn id="3" idx="1"/>
              <a:endCxn id="7" idx="1"/>
            </p:cNvCxnSpPr>
            <p:nvPr/>
          </p:nvCxnSpPr>
          <p:spPr>
            <a:xfrm rot="10800000" flipV="1">
              <a:off x="886512" y="3376997"/>
              <a:ext cx="12700" cy="1639453"/>
            </a:xfrm>
            <a:prstGeom prst="bentConnector3">
              <a:avLst>
                <a:gd name="adj1" fmla="val 3100000"/>
              </a:avLst>
            </a:prstGeom>
            <a:ln w="38100">
              <a:solidFill>
                <a:srgbClr val="418064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DD3AAE3-FCFA-DA97-DE97-76E95D3E1DDB}"/>
                    </a:ext>
                  </a:extLst>
                </p:cNvPr>
                <p:cNvSpPr txBox="1"/>
                <p:nvPr/>
              </p:nvSpPr>
              <p:spPr>
                <a:xfrm>
                  <a:off x="3796557" y="3090860"/>
                  <a:ext cx="1659749" cy="5722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+|1⟩</m:t>
                            </m:r>
                          </m:e>
                        </m:d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DD3AAE3-FCFA-DA97-DE97-76E95D3E1D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6557" y="3090860"/>
                  <a:ext cx="1659749" cy="57227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84CEAB2-C88D-B6A3-5AFC-AC0D38F3E0CF}"/>
                    </a:ext>
                  </a:extLst>
                </p:cNvPr>
                <p:cNvSpPr txBox="1"/>
                <p:nvPr/>
              </p:nvSpPr>
              <p:spPr>
                <a:xfrm>
                  <a:off x="6049290" y="4730313"/>
                  <a:ext cx="1659749" cy="5722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+|1⟩</m:t>
                            </m:r>
                          </m:e>
                        </m:d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84CEAB2-C88D-B6A3-5AFC-AC0D38F3E0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9290" y="4730313"/>
                  <a:ext cx="1659749" cy="5722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08ED416B-8CE7-2C97-6D5C-E263EE458194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Single Qubits Gates and Pauli Universality</a:t>
            </a:r>
            <a:endParaRPr lang="en-IN" sz="28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E1E841-E40D-197D-9F6E-8CD5733F4D62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59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EDE3AD-ED51-B66C-329B-860A32FA8634}"/>
              </a:ext>
            </a:extLst>
          </p:cNvPr>
          <p:cNvSpPr txBox="1"/>
          <p:nvPr/>
        </p:nvSpPr>
        <p:spPr>
          <a:xfrm>
            <a:off x="3047427" y="798486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hlinkClick r:id="rId2"/>
              </a:rPr>
              <a:t>Bloch sphere visualizer</a:t>
            </a: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8D0F52D-1892-D271-9117-21CA0315393F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Bloch Sphere Visualization</a:t>
            </a:r>
            <a:endParaRPr lang="en-IN" sz="2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F92C90-FFF4-FD6E-3ECC-E9E20376488A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A53D1E0-B9E8-41A2-2284-1D4926F5A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65" y="1801871"/>
            <a:ext cx="3747121" cy="3747121"/>
          </a:xfrm>
          <a:prstGeom prst="rect">
            <a:avLst/>
          </a:prstGeom>
          <a:ln w="38100">
            <a:solidFill>
              <a:srgbClr val="32324C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77652A-BC5B-DFDA-8756-D2A49DF6F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576" y="1765847"/>
            <a:ext cx="5842999" cy="381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23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ACCC42-6171-5A76-466E-6D3DBAE3506C}"/>
                  </a:ext>
                </a:extLst>
              </p:cNvPr>
              <p:cNvSpPr txBox="1"/>
              <p:nvPr/>
            </p:nvSpPr>
            <p:spPr>
              <a:xfrm>
                <a:off x="470080" y="1088041"/>
                <a:ext cx="11117654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600" i="0" u="none" strike="noStrike" baseline="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When we measure (i.e. apply a quantum operator to a quantum state) we get one of the eigenvalues of the matrix as our reading and the quantum state will collapse to the corresponding eigenvector. </a:t>
                </a:r>
              </a:p>
              <a:p>
                <a:pPr algn="l"/>
                <a:endParaRPr 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en-US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Simplifying,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we measure a qubit state, normally in the computational basis represented by the operator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the superposition will 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collapse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onto the eigenvectors of that operator – for the computation basis, these are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,|1⟩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the result of the measurement will be the eigenvalues –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+1,−1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ACCC42-6171-5A76-466E-6D3DBAE35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80" y="1088041"/>
                <a:ext cx="11117654" cy="1569660"/>
              </a:xfrm>
              <a:prstGeom prst="rect">
                <a:avLst/>
              </a:prstGeom>
              <a:blipFill>
                <a:blip r:embed="rId2"/>
                <a:stretch>
                  <a:fillRect l="-274" t="-1163" b="-38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FA4A76D-F818-A7CF-0C2A-96B145116ED9}"/>
              </a:ext>
            </a:extLst>
          </p:cNvPr>
          <p:cNvGrpSpPr/>
          <p:nvPr/>
        </p:nvGrpSpPr>
        <p:grpSpPr>
          <a:xfrm>
            <a:off x="807271" y="3482812"/>
            <a:ext cx="3513966" cy="1172235"/>
            <a:chOff x="435259" y="4537698"/>
            <a:chExt cx="3513966" cy="117223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60B082A-D64A-AC17-5D0A-4D3B85F91D11}"/>
                </a:ext>
              </a:extLst>
            </p:cNvPr>
            <p:cNvGrpSpPr/>
            <p:nvPr/>
          </p:nvGrpSpPr>
          <p:grpSpPr>
            <a:xfrm>
              <a:off x="464654" y="4835929"/>
              <a:ext cx="3484571" cy="874004"/>
              <a:chOff x="628936" y="4055436"/>
              <a:chExt cx="3484571" cy="874004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72DC4DA-9F01-4BEC-82E7-9EE2E8DB34DA}"/>
                  </a:ext>
                </a:extLst>
              </p:cNvPr>
              <p:cNvGrpSpPr/>
              <p:nvPr/>
            </p:nvGrpSpPr>
            <p:grpSpPr>
              <a:xfrm>
                <a:off x="628936" y="4100587"/>
                <a:ext cx="1371353" cy="828853"/>
                <a:chOff x="4615418" y="4923388"/>
                <a:chExt cx="1371353" cy="82885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EE14CE09-8CCA-5472-BF9D-9CE5C024BB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5419" y="4923388"/>
                      <a:ext cx="1371352" cy="556031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prstDash val="solid"/>
                    </a:ln>
                  </p:spPr>
                  <p:txBody>
                    <a:bodyPr wrap="square" lIns="72000" tIns="72000" rIns="72000" bIns="72000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sub>
                            </m:s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  <a:endParaRPr lang="en-IN" sz="1600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62F147DD-6CF9-F8B0-0378-DA7D5992EDC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15419" y="4923388"/>
                      <a:ext cx="1371352" cy="55603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9525">
                      <a:solidFill>
                        <a:schemeClr val="tx1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881A886-A698-7EBE-C6F3-5AA2240E336E}"/>
                    </a:ext>
                  </a:extLst>
                </p:cNvPr>
                <p:cNvSpPr txBox="1"/>
                <p:nvPr/>
              </p:nvSpPr>
              <p:spPr>
                <a:xfrm>
                  <a:off x="4615418" y="5490631"/>
                  <a:ext cx="1371352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N" sz="11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Pauli-Z Operator</a:t>
                  </a:r>
                  <a:endParaRPr lang="en-IN" sz="1100" b="1" i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5666B4D-1365-83CE-1539-201E17E3F286}"/>
                      </a:ext>
                    </a:extLst>
                  </p:cNvPr>
                  <p:cNvSpPr txBox="1"/>
                  <p:nvPr/>
                </p:nvSpPr>
                <p:spPr>
                  <a:xfrm>
                    <a:off x="2057946" y="4055436"/>
                    <a:ext cx="2055561" cy="646331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>
                    <a:spAutoFit/>
                  </a:bodyPr>
                  <a:lstStyle/>
                  <a:p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The “Computational Basis” is when we measure against the Pauli-Z 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sub>
                        </m:sSub>
                        <m:r>
                          <a:rPr lang="en-IN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a14:m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Operator.</a:t>
                    </a:r>
                    <a:endParaRPr lang="en-IN" sz="11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5666B4D-1365-83CE-1539-201E17E3F2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7946" y="4055436"/>
                    <a:ext cx="2055561" cy="64633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67" b="-6604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20C6CF-47AE-21BC-C61A-27F78A8BFAD9}"/>
                </a:ext>
              </a:extLst>
            </p:cNvPr>
            <p:cNvSpPr txBox="1"/>
            <p:nvPr/>
          </p:nvSpPr>
          <p:spPr>
            <a:xfrm>
              <a:off x="435259" y="4537698"/>
              <a:ext cx="3513966" cy="276999"/>
            </a:xfrm>
            <a:prstGeom prst="rect">
              <a:avLst/>
            </a:prstGeom>
            <a:solidFill>
              <a:srgbClr val="49496F"/>
            </a:solidFill>
            <a:ln>
              <a:solidFill>
                <a:srgbClr val="74747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rPr>
                <a:t>Computational Basis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84446F5-7D97-5E0E-3083-59F972D885BA}"/>
              </a:ext>
            </a:extLst>
          </p:cNvPr>
          <p:cNvGrpSpPr/>
          <p:nvPr/>
        </p:nvGrpSpPr>
        <p:grpSpPr>
          <a:xfrm>
            <a:off x="4972634" y="2904744"/>
            <a:ext cx="5936576" cy="1829359"/>
            <a:chOff x="4229265" y="2612807"/>
            <a:chExt cx="5936576" cy="1829359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F57A64EC-872E-910F-88AB-36E323E4E8DC}"/>
                </a:ext>
              </a:extLst>
            </p:cNvPr>
            <p:cNvGrpSpPr/>
            <p:nvPr/>
          </p:nvGrpSpPr>
          <p:grpSpPr>
            <a:xfrm>
              <a:off x="4229265" y="2881136"/>
              <a:ext cx="3599282" cy="1561030"/>
              <a:chOff x="4350918" y="2639170"/>
              <a:chExt cx="3599282" cy="1561030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4FDBE534-0473-EA61-5135-A7B8950E6EFC}"/>
                  </a:ext>
                </a:extLst>
              </p:cNvPr>
              <p:cNvGrpSpPr/>
              <p:nvPr/>
            </p:nvGrpSpPr>
            <p:grpSpPr>
              <a:xfrm>
                <a:off x="4350918" y="2937417"/>
                <a:ext cx="3599282" cy="1012264"/>
                <a:chOff x="4350918" y="2374900"/>
                <a:chExt cx="3599282" cy="1012264"/>
              </a:xfrm>
            </p:grpSpPr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C4CFE489-6A59-E740-BC31-71342D195E2A}"/>
                    </a:ext>
                  </a:extLst>
                </p:cNvPr>
                <p:cNvSpPr/>
                <p:nvPr/>
              </p:nvSpPr>
              <p:spPr>
                <a:xfrm>
                  <a:off x="4350918" y="2374900"/>
                  <a:ext cx="3599282" cy="1012264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6B8B3BD0-A824-6094-009D-CF1D691070AB}"/>
                    </a:ext>
                  </a:extLst>
                </p:cNvPr>
                <p:cNvGrpSpPr/>
                <p:nvPr/>
              </p:nvGrpSpPr>
              <p:grpSpPr>
                <a:xfrm>
                  <a:off x="4400985" y="2489305"/>
                  <a:ext cx="3390029" cy="796426"/>
                  <a:chOff x="502521" y="4343548"/>
                  <a:chExt cx="3390029" cy="79642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DEEDF2E6-323A-4E6B-F737-F69D42B5087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2521" y="4826753"/>
                        <a:ext cx="294953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oMath>
                          </m:oMathPara>
                        </a14:m>
                        <a:endParaRPr lang="en-IN" sz="1600" dirty="0"/>
                      </a:p>
                    </p:txBody>
                  </p:sp>
                </mc:Choice>
                <mc:Fallback xmlns="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DEEDF2E6-323A-4E6B-F737-F69D42B5087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2521" y="4826753"/>
                        <a:ext cx="294953" cy="246221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25000" r="-25000" b="-3414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3" name="직선 연결선 9">
                    <a:extLst>
                      <a:ext uri="{FF2B5EF4-FFF2-40B4-BE49-F238E27FC236}">
                        <a16:creationId xmlns:a16="http://schemas.microsoft.com/office/drawing/2014/main" id="{627EC323-D07D-7ECB-CA99-DFA77B144311}"/>
                      </a:ext>
                    </a:extLst>
                  </p:cNvPr>
                  <p:cNvSpPr/>
                  <p:nvPr/>
                </p:nvSpPr>
                <p:spPr>
                  <a:xfrm>
                    <a:off x="797474" y="4972802"/>
                    <a:ext cx="1894926" cy="0"/>
                  </a:xfrm>
                  <a:prstGeom prst="line">
                    <a:avLst/>
                  </a:prstGeom>
                  <a:solidFill>
                    <a:srgbClr val="000000">
                      <a:alpha val="5000"/>
                    </a:srgbClr>
                  </a:solidFill>
                  <a:ln w="18000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wrap="none" rtlCol="0" anchor="ctr" anchorCtr="1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7A2E465B-6AF5-1AB2-7479-E2926EC5C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3604" y="4805630"/>
                        <a:ext cx="334344" cy="33434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IN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m:oMathPara>
                        </a14:m>
                        <a:endParaRPr lang="en-IN" sz="1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7A2E465B-6AF5-1AB2-7479-E2926EC5CDB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73604" y="4805630"/>
                        <a:ext cx="334344" cy="334344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1EE9E907-30B6-D015-E3EC-7A6149FDF3D1}"/>
                      </a:ext>
                    </a:extLst>
                  </p:cNvPr>
                  <p:cNvGrpSpPr/>
                  <p:nvPr/>
                </p:nvGrpSpPr>
                <p:grpSpPr>
                  <a:xfrm>
                    <a:off x="1429194" y="4343548"/>
                    <a:ext cx="525311" cy="796220"/>
                    <a:chOff x="1943025" y="4343548"/>
                    <a:chExt cx="525311" cy="796220"/>
                  </a:xfrm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A5D91751-DF17-2723-1F93-631C88ACFD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43025" y="4802768"/>
                      <a:ext cx="525311" cy="337000"/>
                      <a:chOff x="5736430" y="3122613"/>
                      <a:chExt cx="714375" cy="340518"/>
                    </a:xfrm>
                  </p:grpSpPr>
                  <p:sp>
                    <p:nvSpPr>
                      <p:cNvPr id="38" name="Rectangle 37">
                        <a:extLst>
                          <a:ext uri="{FF2B5EF4-FFF2-40B4-BE49-F238E27FC236}">
                            <a16:creationId xmlns:a16="http://schemas.microsoft.com/office/drawing/2014/main" id="{FA3B82A2-A7F8-F1DC-AD3C-131688ED53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36430" y="3122613"/>
                        <a:ext cx="714375" cy="34051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/>
                      </a:p>
                    </p:txBody>
                  </p:sp>
                  <p:sp>
                    <p:nvSpPr>
                      <p:cNvPr id="39" name="Freeform: Shape 38">
                        <a:extLst>
                          <a:ext uri="{FF2B5EF4-FFF2-40B4-BE49-F238E27FC236}">
                            <a16:creationId xmlns:a16="http://schemas.microsoft.com/office/drawing/2014/main" id="{301CDB4C-4DBB-B8AC-4357-08E0A3AAEF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37237" y="3183675"/>
                        <a:ext cx="496234" cy="215167"/>
                      </a:xfrm>
                      <a:custGeom>
                        <a:avLst/>
                        <a:gdLst>
                          <a:gd name="connsiteX0" fmla="*/ 0 w 1524000"/>
                          <a:gd name="connsiteY0" fmla="*/ 279492 h 304892"/>
                          <a:gd name="connsiteX1" fmla="*/ 762000 w 1524000"/>
                          <a:gd name="connsiteY1" fmla="*/ 92 h 304892"/>
                          <a:gd name="connsiteX2" fmla="*/ 1524000 w 1524000"/>
                          <a:gd name="connsiteY2" fmla="*/ 304892 h 304892"/>
                          <a:gd name="connsiteX0" fmla="*/ 0 w 1524000"/>
                          <a:gd name="connsiteY0" fmla="*/ 184383 h 209783"/>
                          <a:gd name="connsiteX1" fmla="*/ 746658 w 1524000"/>
                          <a:gd name="connsiteY1" fmla="*/ 261 h 209783"/>
                          <a:gd name="connsiteX2" fmla="*/ 1524000 w 1524000"/>
                          <a:gd name="connsiteY2" fmla="*/ 209783 h 209783"/>
                          <a:gd name="connsiteX0" fmla="*/ 0 w 1236333"/>
                          <a:gd name="connsiteY0" fmla="*/ 336635 h 336635"/>
                          <a:gd name="connsiteX1" fmla="*/ 458991 w 1236333"/>
                          <a:gd name="connsiteY1" fmla="*/ 67 h 336635"/>
                          <a:gd name="connsiteX2" fmla="*/ 1236333 w 1236333"/>
                          <a:gd name="connsiteY2" fmla="*/ 209589 h 336635"/>
                          <a:gd name="connsiteX0" fmla="*/ 0 w 1236333"/>
                          <a:gd name="connsiteY0" fmla="*/ 336739 h 336739"/>
                          <a:gd name="connsiteX1" fmla="*/ 458991 w 1236333"/>
                          <a:gd name="connsiteY1" fmla="*/ 171 h 336739"/>
                          <a:gd name="connsiteX2" fmla="*/ 1236333 w 1236333"/>
                          <a:gd name="connsiteY2" fmla="*/ 209693 h 336739"/>
                          <a:gd name="connsiteX0" fmla="*/ 0 w 737710"/>
                          <a:gd name="connsiteY0" fmla="*/ 336739 h 346894"/>
                          <a:gd name="connsiteX1" fmla="*/ 458991 w 737710"/>
                          <a:gd name="connsiteY1" fmla="*/ 171 h 346894"/>
                          <a:gd name="connsiteX2" fmla="*/ 737710 w 737710"/>
                          <a:gd name="connsiteY2" fmla="*/ 346894 h 346894"/>
                          <a:gd name="connsiteX0" fmla="*/ 0 w 738519"/>
                          <a:gd name="connsiteY0" fmla="*/ 336739 h 346894"/>
                          <a:gd name="connsiteX1" fmla="*/ 458991 w 738519"/>
                          <a:gd name="connsiteY1" fmla="*/ 171 h 346894"/>
                          <a:gd name="connsiteX2" fmla="*/ 737710 w 738519"/>
                          <a:gd name="connsiteY2" fmla="*/ 346894 h 346894"/>
                          <a:gd name="connsiteX0" fmla="*/ 0 w 856836"/>
                          <a:gd name="connsiteY0" fmla="*/ 336739 h 339271"/>
                          <a:gd name="connsiteX1" fmla="*/ 458991 w 856836"/>
                          <a:gd name="connsiteY1" fmla="*/ 171 h 339271"/>
                          <a:gd name="connsiteX2" fmla="*/ 856614 w 856836"/>
                          <a:gd name="connsiteY2" fmla="*/ 339271 h 339271"/>
                          <a:gd name="connsiteX0" fmla="*/ 0 w 856836"/>
                          <a:gd name="connsiteY0" fmla="*/ 336805 h 339337"/>
                          <a:gd name="connsiteX1" fmla="*/ 458991 w 856836"/>
                          <a:gd name="connsiteY1" fmla="*/ 237 h 339337"/>
                          <a:gd name="connsiteX2" fmla="*/ 856614 w 856836"/>
                          <a:gd name="connsiteY2" fmla="*/ 339337 h 339337"/>
                          <a:gd name="connsiteX0" fmla="*/ 0 w 810809"/>
                          <a:gd name="connsiteY0" fmla="*/ 333008 h 339351"/>
                          <a:gd name="connsiteX1" fmla="*/ 412964 w 810809"/>
                          <a:gd name="connsiteY1" fmla="*/ 251 h 339351"/>
                          <a:gd name="connsiteX2" fmla="*/ 810587 w 810809"/>
                          <a:gd name="connsiteY2" fmla="*/ 339351 h 339351"/>
                          <a:gd name="connsiteX0" fmla="*/ 0 w 810809"/>
                          <a:gd name="connsiteY0" fmla="*/ 332968 h 339311"/>
                          <a:gd name="connsiteX1" fmla="*/ 412964 w 810809"/>
                          <a:gd name="connsiteY1" fmla="*/ 211 h 339311"/>
                          <a:gd name="connsiteX2" fmla="*/ 810587 w 810809"/>
                          <a:gd name="connsiteY2" fmla="*/ 339311 h 339311"/>
                          <a:gd name="connsiteX0" fmla="*/ 0 w 749440"/>
                          <a:gd name="connsiteY0" fmla="*/ 329169 h 339322"/>
                          <a:gd name="connsiteX1" fmla="*/ 351595 w 749440"/>
                          <a:gd name="connsiteY1" fmla="*/ 222 h 339322"/>
                          <a:gd name="connsiteX2" fmla="*/ 749218 w 749440"/>
                          <a:gd name="connsiteY2" fmla="*/ 339322 h 339322"/>
                          <a:gd name="connsiteX0" fmla="*/ 0 w 795467"/>
                          <a:gd name="connsiteY0" fmla="*/ 351977 h 351977"/>
                          <a:gd name="connsiteX1" fmla="*/ 397622 w 795467"/>
                          <a:gd name="connsiteY1" fmla="*/ 164 h 351977"/>
                          <a:gd name="connsiteX2" fmla="*/ 795245 w 795467"/>
                          <a:gd name="connsiteY2" fmla="*/ 339264 h 351977"/>
                          <a:gd name="connsiteX0" fmla="*/ 0 w 841494"/>
                          <a:gd name="connsiteY0" fmla="*/ 355782 h 355781"/>
                          <a:gd name="connsiteX1" fmla="*/ 443649 w 841494"/>
                          <a:gd name="connsiteY1" fmla="*/ 158 h 355781"/>
                          <a:gd name="connsiteX2" fmla="*/ 841272 w 841494"/>
                          <a:gd name="connsiteY2" fmla="*/ 339258 h 355781"/>
                          <a:gd name="connsiteX0" fmla="*/ 0 w 799304"/>
                          <a:gd name="connsiteY0" fmla="*/ 344370 h 344370"/>
                          <a:gd name="connsiteX1" fmla="*/ 401459 w 799304"/>
                          <a:gd name="connsiteY1" fmla="*/ 179 h 344370"/>
                          <a:gd name="connsiteX2" fmla="*/ 799082 w 799304"/>
                          <a:gd name="connsiteY2" fmla="*/ 339279 h 34437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</a:cxnLst>
                        <a:rect l="l" t="t" r="r" b="b"/>
                        <a:pathLst>
                          <a:path w="799304" h="344370">
                            <a:moveTo>
                              <a:pt x="0" y="344370"/>
                            </a:moveTo>
                            <a:cubicBezTo>
                              <a:pt x="20033" y="65349"/>
                              <a:pt x="147459" y="-4054"/>
                              <a:pt x="401459" y="179"/>
                            </a:cubicBezTo>
                            <a:cubicBezTo>
                              <a:pt x="655459" y="4412"/>
                              <a:pt x="805900" y="108962"/>
                              <a:pt x="799082" y="339279"/>
                            </a:cubicBezTo>
                          </a:path>
                        </a:pathLst>
                      </a:cu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/>
                      </a:p>
                    </p:txBody>
                  </p:sp>
                  <p:cxnSp>
                    <p:nvCxnSpPr>
                      <p:cNvPr id="40" name="Straight Arrow Connector 39">
                        <a:extLst>
                          <a:ext uri="{FF2B5EF4-FFF2-40B4-BE49-F238E27FC236}">
                            <a16:creationId xmlns:a16="http://schemas.microsoft.com/office/drawing/2014/main" id="{5708C1CD-A829-FA31-FDA5-0DC52399F1D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5986434" y="3196375"/>
                        <a:ext cx="109566" cy="215167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27" name="Straight Connector 26">
                      <a:extLst>
                        <a:ext uri="{FF2B5EF4-FFF2-40B4-BE49-F238E27FC236}">
                          <a16:creationId xmlns:a16="http://schemas.microsoft.com/office/drawing/2014/main" id="{BF11A5A6-62D3-6E26-F2E5-FA2BAFA51E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7433" y="4587507"/>
                      <a:ext cx="0" cy="196700"/>
                    </a:xfrm>
                    <a:prstGeom prst="line">
                      <a:avLst/>
                    </a:prstGeom>
                    <a:ln>
                      <a:solidFill>
                        <a:schemeClr val="accent5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8" name="Oval 27">
                          <a:extLst>
                            <a:ext uri="{FF2B5EF4-FFF2-40B4-BE49-F238E27FC236}">
                              <a16:creationId xmlns:a16="http://schemas.microsoft.com/office/drawing/2014/main" id="{44C11F1F-5CD1-6BFC-EBEE-C3E667F135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53000" y="4343548"/>
                          <a:ext cx="337000" cy="337000"/>
                        </a:xfrm>
                        <a:prstGeom prst="ellipse">
                          <a:avLst/>
                        </a:prstGeom>
                        <a:solidFill>
                          <a:schemeClr val="accent5">
                            <a:lumMod val="75000"/>
                          </a:schemeClr>
                        </a:solidFill>
                        <a:ln>
                          <a:solidFill>
                            <a:schemeClr val="accent5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8" name="Oval 27">
                          <a:extLst>
                            <a:ext uri="{FF2B5EF4-FFF2-40B4-BE49-F238E27FC236}">
                              <a16:creationId xmlns:a16="http://schemas.microsoft.com/office/drawing/2014/main" id="{44C11F1F-5CD1-6BFC-EBEE-C3E667F135E7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053000" y="4343548"/>
                          <a:ext cx="337000" cy="337000"/>
                        </a:xfrm>
                        <a:prstGeom prst="ellipse">
                          <a:avLst/>
                        </a:prstGeom>
                        <a:blipFill>
                          <a:blip r:embed="rId8"/>
                          <a:stretch>
                            <a:fillRect/>
                          </a:stretch>
                        </a:blipFill>
                        <a:ln>
                          <a:solidFill>
                            <a:schemeClr val="accent5">
                              <a:lumMod val="50000"/>
                            </a:schemeClr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70330161-C267-8C28-F932-4C33A894F889}"/>
                      </a:ext>
                    </a:extLst>
                  </p:cNvPr>
                  <p:cNvGrpSpPr/>
                  <p:nvPr/>
                </p:nvGrpSpPr>
                <p:grpSpPr>
                  <a:xfrm>
                    <a:off x="2048089" y="4343548"/>
                    <a:ext cx="525311" cy="796220"/>
                    <a:chOff x="1943025" y="4343548"/>
                    <a:chExt cx="525311" cy="796220"/>
                  </a:xfrm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7648B8B3-ED6D-2400-B8D9-EE9ADB209F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43025" y="4802768"/>
                      <a:ext cx="525311" cy="337000"/>
                      <a:chOff x="5736430" y="3122613"/>
                      <a:chExt cx="714375" cy="340518"/>
                    </a:xfrm>
                  </p:grpSpPr>
                  <p:sp>
                    <p:nvSpPr>
                      <p:cNvPr id="46" name="Rectangle 45">
                        <a:extLst>
                          <a:ext uri="{FF2B5EF4-FFF2-40B4-BE49-F238E27FC236}">
                            <a16:creationId xmlns:a16="http://schemas.microsoft.com/office/drawing/2014/main" id="{2F02970F-AE90-2E98-6D00-105947056A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36430" y="3122613"/>
                        <a:ext cx="714375" cy="34051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/>
                      </a:p>
                    </p:txBody>
                  </p:sp>
                  <p:sp>
                    <p:nvSpPr>
                      <p:cNvPr id="47" name="Freeform: Shape 46">
                        <a:extLst>
                          <a:ext uri="{FF2B5EF4-FFF2-40B4-BE49-F238E27FC236}">
                            <a16:creationId xmlns:a16="http://schemas.microsoft.com/office/drawing/2014/main" id="{F33CAB89-09A3-E685-FD70-618B8BDA56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37237" y="3183675"/>
                        <a:ext cx="496234" cy="215167"/>
                      </a:xfrm>
                      <a:custGeom>
                        <a:avLst/>
                        <a:gdLst>
                          <a:gd name="connsiteX0" fmla="*/ 0 w 1524000"/>
                          <a:gd name="connsiteY0" fmla="*/ 279492 h 304892"/>
                          <a:gd name="connsiteX1" fmla="*/ 762000 w 1524000"/>
                          <a:gd name="connsiteY1" fmla="*/ 92 h 304892"/>
                          <a:gd name="connsiteX2" fmla="*/ 1524000 w 1524000"/>
                          <a:gd name="connsiteY2" fmla="*/ 304892 h 304892"/>
                          <a:gd name="connsiteX0" fmla="*/ 0 w 1524000"/>
                          <a:gd name="connsiteY0" fmla="*/ 184383 h 209783"/>
                          <a:gd name="connsiteX1" fmla="*/ 746658 w 1524000"/>
                          <a:gd name="connsiteY1" fmla="*/ 261 h 209783"/>
                          <a:gd name="connsiteX2" fmla="*/ 1524000 w 1524000"/>
                          <a:gd name="connsiteY2" fmla="*/ 209783 h 209783"/>
                          <a:gd name="connsiteX0" fmla="*/ 0 w 1236333"/>
                          <a:gd name="connsiteY0" fmla="*/ 336635 h 336635"/>
                          <a:gd name="connsiteX1" fmla="*/ 458991 w 1236333"/>
                          <a:gd name="connsiteY1" fmla="*/ 67 h 336635"/>
                          <a:gd name="connsiteX2" fmla="*/ 1236333 w 1236333"/>
                          <a:gd name="connsiteY2" fmla="*/ 209589 h 336635"/>
                          <a:gd name="connsiteX0" fmla="*/ 0 w 1236333"/>
                          <a:gd name="connsiteY0" fmla="*/ 336739 h 336739"/>
                          <a:gd name="connsiteX1" fmla="*/ 458991 w 1236333"/>
                          <a:gd name="connsiteY1" fmla="*/ 171 h 336739"/>
                          <a:gd name="connsiteX2" fmla="*/ 1236333 w 1236333"/>
                          <a:gd name="connsiteY2" fmla="*/ 209693 h 336739"/>
                          <a:gd name="connsiteX0" fmla="*/ 0 w 737710"/>
                          <a:gd name="connsiteY0" fmla="*/ 336739 h 346894"/>
                          <a:gd name="connsiteX1" fmla="*/ 458991 w 737710"/>
                          <a:gd name="connsiteY1" fmla="*/ 171 h 346894"/>
                          <a:gd name="connsiteX2" fmla="*/ 737710 w 737710"/>
                          <a:gd name="connsiteY2" fmla="*/ 346894 h 346894"/>
                          <a:gd name="connsiteX0" fmla="*/ 0 w 738519"/>
                          <a:gd name="connsiteY0" fmla="*/ 336739 h 346894"/>
                          <a:gd name="connsiteX1" fmla="*/ 458991 w 738519"/>
                          <a:gd name="connsiteY1" fmla="*/ 171 h 346894"/>
                          <a:gd name="connsiteX2" fmla="*/ 737710 w 738519"/>
                          <a:gd name="connsiteY2" fmla="*/ 346894 h 346894"/>
                          <a:gd name="connsiteX0" fmla="*/ 0 w 856836"/>
                          <a:gd name="connsiteY0" fmla="*/ 336739 h 339271"/>
                          <a:gd name="connsiteX1" fmla="*/ 458991 w 856836"/>
                          <a:gd name="connsiteY1" fmla="*/ 171 h 339271"/>
                          <a:gd name="connsiteX2" fmla="*/ 856614 w 856836"/>
                          <a:gd name="connsiteY2" fmla="*/ 339271 h 339271"/>
                          <a:gd name="connsiteX0" fmla="*/ 0 w 856836"/>
                          <a:gd name="connsiteY0" fmla="*/ 336805 h 339337"/>
                          <a:gd name="connsiteX1" fmla="*/ 458991 w 856836"/>
                          <a:gd name="connsiteY1" fmla="*/ 237 h 339337"/>
                          <a:gd name="connsiteX2" fmla="*/ 856614 w 856836"/>
                          <a:gd name="connsiteY2" fmla="*/ 339337 h 339337"/>
                          <a:gd name="connsiteX0" fmla="*/ 0 w 810809"/>
                          <a:gd name="connsiteY0" fmla="*/ 333008 h 339351"/>
                          <a:gd name="connsiteX1" fmla="*/ 412964 w 810809"/>
                          <a:gd name="connsiteY1" fmla="*/ 251 h 339351"/>
                          <a:gd name="connsiteX2" fmla="*/ 810587 w 810809"/>
                          <a:gd name="connsiteY2" fmla="*/ 339351 h 339351"/>
                          <a:gd name="connsiteX0" fmla="*/ 0 w 810809"/>
                          <a:gd name="connsiteY0" fmla="*/ 332968 h 339311"/>
                          <a:gd name="connsiteX1" fmla="*/ 412964 w 810809"/>
                          <a:gd name="connsiteY1" fmla="*/ 211 h 339311"/>
                          <a:gd name="connsiteX2" fmla="*/ 810587 w 810809"/>
                          <a:gd name="connsiteY2" fmla="*/ 339311 h 339311"/>
                          <a:gd name="connsiteX0" fmla="*/ 0 w 749440"/>
                          <a:gd name="connsiteY0" fmla="*/ 329169 h 339322"/>
                          <a:gd name="connsiteX1" fmla="*/ 351595 w 749440"/>
                          <a:gd name="connsiteY1" fmla="*/ 222 h 339322"/>
                          <a:gd name="connsiteX2" fmla="*/ 749218 w 749440"/>
                          <a:gd name="connsiteY2" fmla="*/ 339322 h 339322"/>
                          <a:gd name="connsiteX0" fmla="*/ 0 w 795467"/>
                          <a:gd name="connsiteY0" fmla="*/ 351977 h 351977"/>
                          <a:gd name="connsiteX1" fmla="*/ 397622 w 795467"/>
                          <a:gd name="connsiteY1" fmla="*/ 164 h 351977"/>
                          <a:gd name="connsiteX2" fmla="*/ 795245 w 795467"/>
                          <a:gd name="connsiteY2" fmla="*/ 339264 h 351977"/>
                          <a:gd name="connsiteX0" fmla="*/ 0 w 841494"/>
                          <a:gd name="connsiteY0" fmla="*/ 355782 h 355781"/>
                          <a:gd name="connsiteX1" fmla="*/ 443649 w 841494"/>
                          <a:gd name="connsiteY1" fmla="*/ 158 h 355781"/>
                          <a:gd name="connsiteX2" fmla="*/ 841272 w 841494"/>
                          <a:gd name="connsiteY2" fmla="*/ 339258 h 355781"/>
                          <a:gd name="connsiteX0" fmla="*/ 0 w 799304"/>
                          <a:gd name="connsiteY0" fmla="*/ 344370 h 344370"/>
                          <a:gd name="connsiteX1" fmla="*/ 401459 w 799304"/>
                          <a:gd name="connsiteY1" fmla="*/ 179 h 344370"/>
                          <a:gd name="connsiteX2" fmla="*/ 799082 w 799304"/>
                          <a:gd name="connsiteY2" fmla="*/ 339279 h 34437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</a:cxnLst>
                        <a:rect l="l" t="t" r="r" b="b"/>
                        <a:pathLst>
                          <a:path w="799304" h="344370">
                            <a:moveTo>
                              <a:pt x="0" y="344370"/>
                            </a:moveTo>
                            <a:cubicBezTo>
                              <a:pt x="20033" y="65349"/>
                              <a:pt x="147459" y="-4054"/>
                              <a:pt x="401459" y="179"/>
                            </a:cubicBezTo>
                            <a:cubicBezTo>
                              <a:pt x="655459" y="4412"/>
                              <a:pt x="805900" y="108962"/>
                              <a:pt x="799082" y="339279"/>
                            </a:cubicBezTo>
                          </a:path>
                        </a:pathLst>
                      </a:cu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/>
                      </a:p>
                    </p:txBody>
                  </p:sp>
                  <p:cxnSp>
                    <p:nvCxnSpPr>
                      <p:cNvPr id="48" name="Straight Arrow Connector 47">
                        <a:extLst>
                          <a:ext uri="{FF2B5EF4-FFF2-40B4-BE49-F238E27FC236}">
                            <a16:creationId xmlns:a16="http://schemas.microsoft.com/office/drawing/2014/main" id="{DF8DF59B-5AED-AFCF-1051-68C6C0AD83D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5986434" y="3196375"/>
                        <a:ext cx="109566" cy="215167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4" name="Straight Connector 43">
                      <a:extLst>
                        <a:ext uri="{FF2B5EF4-FFF2-40B4-BE49-F238E27FC236}">
                          <a16:creationId xmlns:a16="http://schemas.microsoft.com/office/drawing/2014/main" id="{D390BD73-352E-A70F-D506-ABC57CBE19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7433" y="4587507"/>
                      <a:ext cx="0" cy="196700"/>
                    </a:xfrm>
                    <a:prstGeom prst="line">
                      <a:avLst/>
                    </a:prstGeom>
                    <a:ln>
                      <a:solidFill>
                        <a:schemeClr val="accent5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5" name="Oval 44">
                          <a:extLst>
                            <a:ext uri="{FF2B5EF4-FFF2-40B4-BE49-F238E27FC236}">
                              <a16:creationId xmlns:a16="http://schemas.microsoft.com/office/drawing/2014/main" id="{978AF224-8732-00ED-CA26-4C911D5D5D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53000" y="4343548"/>
                          <a:ext cx="337000" cy="337000"/>
                        </a:xfrm>
                        <a:prstGeom prst="ellipse">
                          <a:avLst/>
                        </a:prstGeom>
                        <a:solidFill>
                          <a:schemeClr val="accent5">
                            <a:lumMod val="75000"/>
                          </a:schemeClr>
                        </a:solidFill>
                        <a:ln>
                          <a:solidFill>
                            <a:schemeClr val="accent5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5" name="Oval 44">
                          <a:extLst>
                            <a:ext uri="{FF2B5EF4-FFF2-40B4-BE49-F238E27FC236}">
                              <a16:creationId xmlns:a16="http://schemas.microsoft.com/office/drawing/2014/main" id="{978AF224-8732-00ED-CA26-4C911D5D5D2A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053000" y="4343548"/>
                          <a:ext cx="337000" cy="337000"/>
                        </a:xfrm>
                        <a:prstGeom prst="ellipse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  <a:ln>
                          <a:solidFill>
                            <a:schemeClr val="accent5">
                              <a:lumMod val="50000"/>
                            </a:schemeClr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49" name="직선 연결선 9">
                    <a:extLst>
                      <a:ext uri="{FF2B5EF4-FFF2-40B4-BE49-F238E27FC236}">
                        <a16:creationId xmlns:a16="http://schemas.microsoft.com/office/drawing/2014/main" id="{A2051099-4428-3F66-6697-A09A4B6C90C8}"/>
                      </a:ext>
                    </a:extLst>
                  </p:cNvPr>
                  <p:cNvSpPr/>
                  <p:nvPr/>
                </p:nvSpPr>
                <p:spPr>
                  <a:xfrm>
                    <a:off x="2753274" y="4969671"/>
                    <a:ext cx="307426" cy="0"/>
                  </a:xfrm>
                  <a:prstGeom prst="line">
                    <a:avLst/>
                  </a:prstGeom>
                  <a:solidFill>
                    <a:srgbClr val="000000">
                      <a:alpha val="5000"/>
                    </a:srgbClr>
                  </a:solidFill>
                  <a:ln w="18000">
                    <a:solidFill>
                      <a:srgbClr val="000000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wrap="none" rtlCol="0" anchor="ctr" anchorCtr="1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50" name="직선 연결선 9">
                    <a:extLst>
                      <a:ext uri="{FF2B5EF4-FFF2-40B4-BE49-F238E27FC236}">
                        <a16:creationId xmlns:a16="http://schemas.microsoft.com/office/drawing/2014/main" id="{73E9AED2-F3DB-60E2-11A9-48EFC8B7D314}"/>
                      </a:ext>
                    </a:extLst>
                  </p:cNvPr>
                  <p:cNvSpPr/>
                  <p:nvPr/>
                </p:nvSpPr>
                <p:spPr>
                  <a:xfrm>
                    <a:off x="3095816" y="4969671"/>
                    <a:ext cx="796734" cy="0"/>
                  </a:xfrm>
                  <a:prstGeom prst="line">
                    <a:avLst/>
                  </a:prstGeom>
                  <a:solidFill>
                    <a:srgbClr val="000000">
                      <a:alpha val="5000"/>
                    </a:srgbClr>
                  </a:solidFill>
                  <a:ln w="18000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wrap="none" rtlCol="0" anchor="ctr" anchorCtr="1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grpSp>
                <p:nvGrpSpPr>
                  <p:cNvPr id="58" name="Group 57">
                    <a:extLst>
                      <a:ext uri="{FF2B5EF4-FFF2-40B4-BE49-F238E27FC236}">
                        <a16:creationId xmlns:a16="http://schemas.microsoft.com/office/drawing/2014/main" id="{884EEBB5-1D73-AF83-5F5F-AC5B521FE404}"/>
                      </a:ext>
                    </a:extLst>
                  </p:cNvPr>
                  <p:cNvGrpSpPr/>
                  <p:nvPr/>
                </p:nvGrpSpPr>
                <p:grpSpPr>
                  <a:xfrm>
                    <a:off x="3258335" y="4343548"/>
                    <a:ext cx="525311" cy="796220"/>
                    <a:chOff x="1943025" y="4343548"/>
                    <a:chExt cx="525311" cy="796220"/>
                  </a:xfrm>
                </p:grpSpPr>
                <p:grpSp>
                  <p:nvGrpSpPr>
                    <p:cNvPr id="59" name="Group 58">
                      <a:extLst>
                        <a:ext uri="{FF2B5EF4-FFF2-40B4-BE49-F238E27FC236}">
                          <a16:creationId xmlns:a16="http://schemas.microsoft.com/office/drawing/2014/main" id="{E248C5B5-AD17-8C50-66D5-68E27D3BE9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43025" y="4802768"/>
                      <a:ext cx="525311" cy="337000"/>
                      <a:chOff x="5736430" y="3122613"/>
                      <a:chExt cx="714375" cy="340518"/>
                    </a:xfrm>
                  </p:grpSpPr>
                  <p:sp>
                    <p:nvSpPr>
                      <p:cNvPr id="62" name="Rectangle 61">
                        <a:extLst>
                          <a:ext uri="{FF2B5EF4-FFF2-40B4-BE49-F238E27FC236}">
                            <a16:creationId xmlns:a16="http://schemas.microsoft.com/office/drawing/2014/main" id="{0080161B-9F8D-EC21-072B-7C45CA03AD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36430" y="3122613"/>
                        <a:ext cx="714375" cy="34051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/>
                      </a:p>
                    </p:txBody>
                  </p:sp>
                  <p:sp>
                    <p:nvSpPr>
                      <p:cNvPr id="63" name="Freeform: Shape 62">
                        <a:extLst>
                          <a:ext uri="{FF2B5EF4-FFF2-40B4-BE49-F238E27FC236}">
                            <a16:creationId xmlns:a16="http://schemas.microsoft.com/office/drawing/2014/main" id="{923DC572-23F5-C68B-ED84-E31D6BA972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37237" y="3183675"/>
                        <a:ext cx="496234" cy="215167"/>
                      </a:xfrm>
                      <a:custGeom>
                        <a:avLst/>
                        <a:gdLst>
                          <a:gd name="connsiteX0" fmla="*/ 0 w 1524000"/>
                          <a:gd name="connsiteY0" fmla="*/ 279492 h 304892"/>
                          <a:gd name="connsiteX1" fmla="*/ 762000 w 1524000"/>
                          <a:gd name="connsiteY1" fmla="*/ 92 h 304892"/>
                          <a:gd name="connsiteX2" fmla="*/ 1524000 w 1524000"/>
                          <a:gd name="connsiteY2" fmla="*/ 304892 h 304892"/>
                          <a:gd name="connsiteX0" fmla="*/ 0 w 1524000"/>
                          <a:gd name="connsiteY0" fmla="*/ 184383 h 209783"/>
                          <a:gd name="connsiteX1" fmla="*/ 746658 w 1524000"/>
                          <a:gd name="connsiteY1" fmla="*/ 261 h 209783"/>
                          <a:gd name="connsiteX2" fmla="*/ 1524000 w 1524000"/>
                          <a:gd name="connsiteY2" fmla="*/ 209783 h 209783"/>
                          <a:gd name="connsiteX0" fmla="*/ 0 w 1236333"/>
                          <a:gd name="connsiteY0" fmla="*/ 336635 h 336635"/>
                          <a:gd name="connsiteX1" fmla="*/ 458991 w 1236333"/>
                          <a:gd name="connsiteY1" fmla="*/ 67 h 336635"/>
                          <a:gd name="connsiteX2" fmla="*/ 1236333 w 1236333"/>
                          <a:gd name="connsiteY2" fmla="*/ 209589 h 336635"/>
                          <a:gd name="connsiteX0" fmla="*/ 0 w 1236333"/>
                          <a:gd name="connsiteY0" fmla="*/ 336739 h 336739"/>
                          <a:gd name="connsiteX1" fmla="*/ 458991 w 1236333"/>
                          <a:gd name="connsiteY1" fmla="*/ 171 h 336739"/>
                          <a:gd name="connsiteX2" fmla="*/ 1236333 w 1236333"/>
                          <a:gd name="connsiteY2" fmla="*/ 209693 h 336739"/>
                          <a:gd name="connsiteX0" fmla="*/ 0 w 737710"/>
                          <a:gd name="connsiteY0" fmla="*/ 336739 h 346894"/>
                          <a:gd name="connsiteX1" fmla="*/ 458991 w 737710"/>
                          <a:gd name="connsiteY1" fmla="*/ 171 h 346894"/>
                          <a:gd name="connsiteX2" fmla="*/ 737710 w 737710"/>
                          <a:gd name="connsiteY2" fmla="*/ 346894 h 346894"/>
                          <a:gd name="connsiteX0" fmla="*/ 0 w 738519"/>
                          <a:gd name="connsiteY0" fmla="*/ 336739 h 346894"/>
                          <a:gd name="connsiteX1" fmla="*/ 458991 w 738519"/>
                          <a:gd name="connsiteY1" fmla="*/ 171 h 346894"/>
                          <a:gd name="connsiteX2" fmla="*/ 737710 w 738519"/>
                          <a:gd name="connsiteY2" fmla="*/ 346894 h 346894"/>
                          <a:gd name="connsiteX0" fmla="*/ 0 w 856836"/>
                          <a:gd name="connsiteY0" fmla="*/ 336739 h 339271"/>
                          <a:gd name="connsiteX1" fmla="*/ 458991 w 856836"/>
                          <a:gd name="connsiteY1" fmla="*/ 171 h 339271"/>
                          <a:gd name="connsiteX2" fmla="*/ 856614 w 856836"/>
                          <a:gd name="connsiteY2" fmla="*/ 339271 h 339271"/>
                          <a:gd name="connsiteX0" fmla="*/ 0 w 856836"/>
                          <a:gd name="connsiteY0" fmla="*/ 336805 h 339337"/>
                          <a:gd name="connsiteX1" fmla="*/ 458991 w 856836"/>
                          <a:gd name="connsiteY1" fmla="*/ 237 h 339337"/>
                          <a:gd name="connsiteX2" fmla="*/ 856614 w 856836"/>
                          <a:gd name="connsiteY2" fmla="*/ 339337 h 339337"/>
                          <a:gd name="connsiteX0" fmla="*/ 0 w 810809"/>
                          <a:gd name="connsiteY0" fmla="*/ 333008 h 339351"/>
                          <a:gd name="connsiteX1" fmla="*/ 412964 w 810809"/>
                          <a:gd name="connsiteY1" fmla="*/ 251 h 339351"/>
                          <a:gd name="connsiteX2" fmla="*/ 810587 w 810809"/>
                          <a:gd name="connsiteY2" fmla="*/ 339351 h 339351"/>
                          <a:gd name="connsiteX0" fmla="*/ 0 w 810809"/>
                          <a:gd name="connsiteY0" fmla="*/ 332968 h 339311"/>
                          <a:gd name="connsiteX1" fmla="*/ 412964 w 810809"/>
                          <a:gd name="connsiteY1" fmla="*/ 211 h 339311"/>
                          <a:gd name="connsiteX2" fmla="*/ 810587 w 810809"/>
                          <a:gd name="connsiteY2" fmla="*/ 339311 h 339311"/>
                          <a:gd name="connsiteX0" fmla="*/ 0 w 749440"/>
                          <a:gd name="connsiteY0" fmla="*/ 329169 h 339322"/>
                          <a:gd name="connsiteX1" fmla="*/ 351595 w 749440"/>
                          <a:gd name="connsiteY1" fmla="*/ 222 h 339322"/>
                          <a:gd name="connsiteX2" fmla="*/ 749218 w 749440"/>
                          <a:gd name="connsiteY2" fmla="*/ 339322 h 339322"/>
                          <a:gd name="connsiteX0" fmla="*/ 0 w 795467"/>
                          <a:gd name="connsiteY0" fmla="*/ 351977 h 351977"/>
                          <a:gd name="connsiteX1" fmla="*/ 397622 w 795467"/>
                          <a:gd name="connsiteY1" fmla="*/ 164 h 351977"/>
                          <a:gd name="connsiteX2" fmla="*/ 795245 w 795467"/>
                          <a:gd name="connsiteY2" fmla="*/ 339264 h 351977"/>
                          <a:gd name="connsiteX0" fmla="*/ 0 w 841494"/>
                          <a:gd name="connsiteY0" fmla="*/ 355782 h 355781"/>
                          <a:gd name="connsiteX1" fmla="*/ 443649 w 841494"/>
                          <a:gd name="connsiteY1" fmla="*/ 158 h 355781"/>
                          <a:gd name="connsiteX2" fmla="*/ 841272 w 841494"/>
                          <a:gd name="connsiteY2" fmla="*/ 339258 h 355781"/>
                          <a:gd name="connsiteX0" fmla="*/ 0 w 799304"/>
                          <a:gd name="connsiteY0" fmla="*/ 344370 h 344370"/>
                          <a:gd name="connsiteX1" fmla="*/ 401459 w 799304"/>
                          <a:gd name="connsiteY1" fmla="*/ 179 h 344370"/>
                          <a:gd name="connsiteX2" fmla="*/ 799082 w 799304"/>
                          <a:gd name="connsiteY2" fmla="*/ 339279 h 34437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</a:cxnLst>
                        <a:rect l="l" t="t" r="r" b="b"/>
                        <a:pathLst>
                          <a:path w="799304" h="344370">
                            <a:moveTo>
                              <a:pt x="0" y="344370"/>
                            </a:moveTo>
                            <a:cubicBezTo>
                              <a:pt x="20033" y="65349"/>
                              <a:pt x="147459" y="-4054"/>
                              <a:pt x="401459" y="179"/>
                            </a:cubicBezTo>
                            <a:cubicBezTo>
                              <a:pt x="655459" y="4412"/>
                              <a:pt x="805900" y="108962"/>
                              <a:pt x="799082" y="339279"/>
                            </a:cubicBezTo>
                          </a:path>
                        </a:pathLst>
                      </a:cu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/>
                      </a:p>
                    </p:txBody>
                  </p:sp>
                  <p:cxnSp>
                    <p:nvCxnSpPr>
                      <p:cNvPr id="64" name="Straight Arrow Connector 63">
                        <a:extLst>
                          <a:ext uri="{FF2B5EF4-FFF2-40B4-BE49-F238E27FC236}">
                            <a16:creationId xmlns:a16="http://schemas.microsoft.com/office/drawing/2014/main" id="{4DE9A15F-AD8C-263E-F11D-C683661A72A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5986434" y="3196375"/>
                        <a:ext cx="109566" cy="215167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8BAD1049-5F49-9CA6-C4D3-150889850D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7433" y="4587507"/>
                      <a:ext cx="0" cy="196700"/>
                    </a:xfrm>
                    <a:prstGeom prst="line">
                      <a:avLst/>
                    </a:prstGeom>
                    <a:ln>
                      <a:solidFill>
                        <a:schemeClr val="accent5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1" name="Oval 60">
                          <a:extLst>
                            <a:ext uri="{FF2B5EF4-FFF2-40B4-BE49-F238E27FC236}">
                              <a16:creationId xmlns:a16="http://schemas.microsoft.com/office/drawing/2014/main" id="{E8FC83E6-9B88-E45F-BF08-02454F5954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53000" y="4343548"/>
                          <a:ext cx="337000" cy="337000"/>
                        </a:xfrm>
                        <a:prstGeom prst="ellipse">
                          <a:avLst/>
                        </a:prstGeom>
                        <a:solidFill>
                          <a:schemeClr val="accent5">
                            <a:lumMod val="75000"/>
                          </a:schemeClr>
                        </a:solidFill>
                        <a:ln>
                          <a:solidFill>
                            <a:schemeClr val="accent5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1" name="Oval 60">
                          <a:extLst>
                            <a:ext uri="{FF2B5EF4-FFF2-40B4-BE49-F238E27FC236}">
                              <a16:creationId xmlns:a16="http://schemas.microsoft.com/office/drawing/2014/main" id="{E8FC83E6-9B88-E45F-BF08-02454F595424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053000" y="4343548"/>
                          <a:ext cx="337000" cy="337000"/>
                        </a:xfrm>
                        <a:prstGeom prst="ellipse">
                          <a:avLst/>
                        </a:prstGeom>
                        <a:blipFill>
                          <a:blip r:embed="rId10"/>
                          <a:stretch>
                            <a:fillRect/>
                          </a:stretch>
                        </a:blipFill>
                        <a:ln>
                          <a:solidFill>
                            <a:schemeClr val="accent5">
                              <a:lumMod val="50000"/>
                            </a:schemeClr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65" name="직선 연결선 9">
                    <a:extLst>
                      <a:ext uri="{FF2B5EF4-FFF2-40B4-BE49-F238E27FC236}">
                        <a16:creationId xmlns:a16="http://schemas.microsoft.com/office/drawing/2014/main" id="{6BB7DEBC-8475-809B-269F-E9260B52D5CE}"/>
                      </a:ext>
                    </a:extLst>
                  </p:cNvPr>
                  <p:cNvSpPr/>
                  <p:nvPr/>
                </p:nvSpPr>
                <p:spPr>
                  <a:xfrm>
                    <a:off x="2753274" y="4572428"/>
                    <a:ext cx="307426" cy="0"/>
                  </a:xfrm>
                  <a:prstGeom prst="line">
                    <a:avLst/>
                  </a:prstGeom>
                  <a:solidFill>
                    <a:srgbClr val="000000">
                      <a:alpha val="5000"/>
                    </a:srgbClr>
                  </a:solidFill>
                  <a:ln w="18000">
                    <a:solidFill>
                      <a:srgbClr val="000000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wrap="none" rtlCol="0" anchor="ctr" anchorCtr="1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8EACBDC-5875-C271-0B86-567CF0EAE77D}"/>
                  </a:ext>
                </a:extLst>
              </p:cNvPr>
              <p:cNvSpPr txBox="1"/>
              <p:nvPr/>
            </p:nvSpPr>
            <p:spPr>
              <a:xfrm>
                <a:off x="4350918" y="3938590"/>
                <a:ext cx="359928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Figure 1. Multiple Measurements Circuit</a:t>
                </a:r>
                <a:endParaRPr lang="en-IN" sz="1100" b="1" i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cxnSp>
            <p:nvCxnSpPr>
              <p:cNvPr id="74" name="Connector: Elbow 73">
                <a:extLst>
                  <a:ext uri="{FF2B5EF4-FFF2-40B4-BE49-F238E27FC236}">
                    <a16:creationId xmlns:a16="http://schemas.microsoft.com/office/drawing/2014/main" id="{6BFF09B6-FAAE-3216-21C0-E5F1C01AD56C}"/>
                  </a:ext>
                </a:extLst>
              </p:cNvPr>
              <p:cNvCxnSpPr>
                <a:cxnSpLocks/>
                <a:stCxn id="28" idx="0"/>
              </p:cNvCxnSpPr>
              <p:nvPr/>
            </p:nvCxnSpPr>
            <p:spPr>
              <a:xfrm rot="5400000" flipH="1" flipV="1">
                <a:off x="5709254" y="2536049"/>
                <a:ext cx="412652" cy="618895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5FC21247-3F83-5C22-C3D4-20BED519206D}"/>
                  </a:ext>
                </a:extLst>
              </p:cNvPr>
              <p:cNvCxnSpPr>
                <a:cxnSpLocks/>
                <a:stCxn id="45" idx="0"/>
              </p:cNvCxnSpPr>
              <p:nvPr/>
            </p:nvCxnSpPr>
            <p:spPr>
              <a:xfrm flipV="1">
                <a:off x="6225028" y="2639170"/>
                <a:ext cx="0" cy="41265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nector: Elbow 83">
                <a:extLst>
                  <a:ext uri="{FF2B5EF4-FFF2-40B4-BE49-F238E27FC236}">
                    <a16:creationId xmlns:a16="http://schemas.microsoft.com/office/drawing/2014/main" id="{1A02D6B1-450B-2FA7-76D8-836A36DC73D2}"/>
                  </a:ext>
                </a:extLst>
              </p:cNvPr>
              <p:cNvCxnSpPr>
                <a:cxnSpLocks/>
                <a:stCxn id="61" idx="0"/>
              </p:cNvCxnSpPr>
              <p:nvPr/>
            </p:nvCxnSpPr>
            <p:spPr>
              <a:xfrm rot="16200000" flipV="1">
                <a:off x="6623825" y="2240373"/>
                <a:ext cx="412652" cy="1210246"/>
              </a:xfrm>
              <a:prstGeom prst="bentConnector3">
                <a:avLst>
                  <a:gd name="adj1" fmla="val 50769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nector: Elbow 84">
                <a:extLst>
                  <a:ext uri="{FF2B5EF4-FFF2-40B4-BE49-F238E27FC236}">
                    <a16:creationId xmlns:a16="http://schemas.microsoft.com/office/drawing/2014/main" id="{293BD003-3E76-F3E0-E8D5-6B68BB12031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6202181" y="2662018"/>
                <a:ext cx="626123" cy="580427"/>
              </a:xfrm>
              <a:prstGeom prst="bentConnector3">
                <a:avLst>
                  <a:gd name="adj1" fmla="val 67495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395F28E-F254-21F6-06E7-BCF41C4F49BE}"/>
                </a:ext>
              </a:extLst>
            </p:cNvPr>
            <p:cNvSpPr txBox="1"/>
            <p:nvPr/>
          </p:nvSpPr>
          <p:spPr>
            <a:xfrm>
              <a:off x="7834210" y="3239239"/>
              <a:ext cx="2331631" cy="892552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>
              <a:spAutoFit/>
            </a:bodyPr>
            <a:lstStyle/>
            <a:p>
              <a:r>
                <a:rPr lang="en-US" sz="1300" dirty="0">
                  <a:solidFill>
                    <a:schemeClr val="bg1"/>
                  </a:solidFill>
                  <a:latin typeface="+mj-lt"/>
                  <a:ea typeface="Lato" panose="020F0502020204030203" pitchFamily="34" charset="0"/>
                  <a:cs typeface="Lato" panose="020F0502020204030203" pitchFamily="34" charset="0"/>
                </a:rPr>
                <a:t>Due to measurement collapsing the superposition, the result of all subsequent measurements will be equal to the first one.</a:t>
              </a:r>
              <a:endParaRPr lang="en-IN" sz="1300" dirty="0">
                <a:solidFill>
                  <a:schemeClr val="bg1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D96864B7-2B03-79E0-4912-CCA656ABAA43}"/>
                    </a:ext>
                  </a:extLst>
                </p:cNvPr>
                <p:cNvSpPr txBox="1"/>
                <p:nvPr/>
              </p:nvSpPr>
              <p:spPr>
                <a:xfrm>
                  <a:off x="5074729" y="2612807"/>
                  <a:ext cx="202915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=…=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D96864B7-2B03-79E0-4912-CCA656ABA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4729" y="2612807"/>
                  <a:ext cx="2029157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EDD3F38-E14E-FCC9-1A6B-6CE4ACEA1C5F}"/>
              </a:ext>
            </a:extLst>
          </p:cNvPr>
          <p:cNvGrpSpPr/>
          <p:nvPr/>
        </p:nvGrpSpPr>
        <p:grpSpPr>
          <a:xfrm>
            <a:off x="515155" y="5459135"/>
            <a:ext cx="11027504" cy="584775"/>
            <a:chOff x="515155" y="5139153"/>
            <a:chExt cx="11027504" cy="584775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A60DB01-1143-FFB8-DB22-824061DFDA00}"/>
                </a:ext>
              </a:extLst>
            </p:cNvPr>
            <p:cNvSpPr/>
            <p:nvPr/>
          </p:nvSpPr>
          <p:spPr>
            <a:xfrm>
              <a:off x="515155" y="5284807"/>
              <a:ext cx="1841680" cy="293465"/>
            </a:xfrm>
            <a:prstGeom prst="rect">
              <a:avLst/>
            </a:prstGeom>
            <a:solidFill>
              <a:srgbClr val="FF65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Important to note!</a:t>
              </a:r>
              <a:endPara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DFC9668-0FC4-D746-7C89-15F48421512C}"/>
                </a:ext>
              </a:extLst>
            </p:cNvPr>
            <p:cNvSpPr txBox="1"/>
            <p:nvPr/>
          </p:nvSpPr>
          <p:spPr>
            <a:xfrm>
              <a:off x="2356835" y="5139153"/>
              <a:ext cx="9185824" cy="584775"/>
            </a:xfrm>
            <a:prstGeom prst="rect">
              <a:avLst/>
            </a:prstGeom>
            <a:noFill/>
            <a:ln w="19050">
              <a:solidFill>
                <a:srgbClr val="FF6565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+mj-lt"/>
                  <a:cs typeface="Times New Roman" panose="02020603050405020304" pitchFamily="18" charset="0"/>
                </a:rPr>
                <a:t>Measurement results are the only valid outcome from a quantum system. All other values such as quantum state are </a:t>
              </a:r>
              <a:r>
                <a:rPr lang="en-US" sz="1600" b="1" dirty="0">
                  <a:solidFill>
                    <a:srgbClr val="FF0000"/>
                  </a:solidFill>
                  <a:latin typeface="+mj-lt"/>
                  <a:cs typeface="Times New Roman" panose="02020603050405020304" pitchFamily="18" charset="0"/>
                </a:rPr>
                <a:t>only available in quantum simulator.</a:t>
              </a:r>
              <a:endParaRPr lang="en-IN" sz="1600" b="1" dirty="0">
                <a:solidFill>
                  <a:srgbClr val="FF0000"/>
                </a:solidFill>
                <a:latin typeface="+mj-lt"/>
              </a:endParaRP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928A8D3F-572D-7BF9-9A08-BB42A8943AC5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Measurement Postulate</a:t>
            </a:r>
            <a:endParaRPr lang="en-IN" sz="28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068FAFF-B968-0C48-74F4-DE682D3AFC91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25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37FA6D-A886-B11D-D078-EF4F5F7223B2}"/>
              </a:ext>
            </a:extLst>
          </p:cNvPr>
          <p:cNvSpPr txBox="1"/>
          <p:nvPr/>
        </p:nvSpPr>
        <p:spPr>
          <a:xfrm>
            <a:off x="227764" y="977898"/>
            <a:ext cx="116022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General Idea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While the information a single run of the quantum circuit provides is limited, if we know the gates applied, we can run a circuit multiple times (often called shots) to extract more useful statistical information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EC611C-D105-D3B3-58EC-A3A7D9831DD2}"/>
                  </a:ext>
                </a:extLst>
              </p:cNvPr>
              <p:cNvSpPr txBox="1"/>
              <p:nvPr/>
            </p:nvSpPr>
            <p:spPr>
              <a:xfrm>
                <a:off x="3131703" y="2065231"/>
                <a:ext cx="8272897" cy="1098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Running this ‘Q’ qubit circuit ‘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times provides us with ‘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eigen values. We can represent this as a row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vector of shape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of the form :-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−1,1</m:t>
                              </m:r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∈[0,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en-IN" sz="1600" dirty="0"/>
              </a:p>
              <a:p>
                <a:r>
                  <a:rPr lang="en-IN" sz="1600" dirty="0">
                    <a:latin typeface="+mj-lt"/>
                  </a:rPr>
                  <a:t>From this set of readings, we can now compute statistically useful properties.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EC611C-D105-D3B3-58EC-A3A7D9831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03" y="2065231"/>
                <a:ext cx="8272897" cy="1098634"/>
              </a:xfrm>
              <a:prstGeom prst="rect">
                <a:avLst/>
              </a:prstGeom>
              <a:blipFill>
                <a:blip r:embed="rId2"/>
                <a:stretch>
                  <a:fillRect l="-442" t="-1667" b="-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16F8AACC-E62C-AFF3-12FE-D9D50DABAC97}"/>
              </a:ext>
            </a:extLst>
          </p:cNvPr>
          <p:cNvSpPr txBox="1"/>
          <p:nvPr/>
        </p:nvSpPr>
        <p:spPr>
          <a:xfrm>
            <a:off x="3978166" y="3750306"/>
            <a:ext cx="4235668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Statistical Readings from Measurements</a:t>
            </a:r>
            <a:endParaRPr lang="en-IN" sz="1600" dirty="0">
              <a:solidFill>
                <a:schemeClr val="bg1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Diagram 41">
                <a:extLst>
                  <a:ext uri="{FF2B5EF4-FFF2-40B4-BE49-F238E27FC236}">
                    <a16:creationId xmlns:a16="http://schemas.microsoft.com/office/drawing/2014/main" id="{0BA1A93A-5007-5A83-399A-5163E0E0AC51}"/>
                  </a:ext>
                </a:extLst>
              </p:cNvPr>
              <p:cNvGraphicFramePr/>
              <p:nvPr/>
            </p:nvGraphicFramePr>
            <p:xfrm>
              <a:off x="1025525" y="4335706"/>
              <a:ext cx="10140950" cy="234738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42" name="Diagram 41">
                <a:extLst>
                  <a:ext uri="{FF2B5EF4-FFF2-40B4-BE49-F238E27FC236}">
                    <a16:creationId xmlns:a16="http://schemas.microsoft.com/office/drawing/2014/main" id="{0BA1A93A-5007-5A83-399A-5163E0E0AC5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32513680"/>
                  </p:ext>
                </p:extLst>
              </p:nvPr>
            </p:nvGraphicFramePr>
            <p:xfrm>
              <a:off x="1025525" y="4335706"/>
              <a:ext cx="10140950" cy="234738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019AC877-EBA8-7139-AC6C-5A836A3607A1}"/>
              </a:ext>
            </a:extLst>
          </p:cNvPr>
          <p:cNvGrpSpPr/>
          <p:nvPr/>
        </p:nvGrpSpPr>
        <p:grpSpPr>
          <a:xfrm>
            <a:off x="959027" y="1786124"/>
            <a:ext cx="2145945" cy="1781070"/>
            <a:chOff x="908115" y="1857546"/>
            <a:chExt cx="2145945" cy="17810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369C894-7A5E-C615-1F60-897CC0D07151}"/>
                </a:ext>
              </a:extLst>
            </p:cNvPr>
            <p:cNvGrpSpPr/>
            <p:nvPr/>
          </p:nvGrpSpPr>
          <p:grpSpPr>
            <a:xfrm>
              <a:off x="994347" y="2042212"/>
              <a:ext cx="1215335" cy="334344"/>
              <a:chOff x="689664" y="3116530"/>
              <a:chExt cx="1215335" cy="334344"/>
            </a:xfrm>
          </p:grpSpPr>
          <p:sp>
            <p:nvSpPr>
              <p:cNvPr id="11" name="직선 연결선 9">
                <a:extLst>
                  <a:ext uri="{FF2B5EF4-FFF2-40B4-BE49-F238E27FC236}">
                    <a16:creationId xmlns:a16="http://schemas.microsoft.com/office/drawing/2014/main" id="{4F1DCDDF-EDDA-8B24-44B9-11FE27F90D08}"/>
                  </a:ext>
                </a:extLst>
              </p:cNvPr>
              <p:cNvSpPr/>
              <p:nvPr/>
            </p:nvSpPr>
            <p:spPr>
              <a:xfrm>
                <a:off x="984616" y="3283702"/>
                <a:ext cx="920383" cy="0"/>
              </a:xfrm>
              <a:prstGeom prst="line">
                <a:avLst/>
              </a:prstGeom>
              <a:solidFill>
                <a:srgbClr val="000000">
                  <a:alpha val="5000"/>
                </a:srgbClr>
              </a:solidFill>
              <a:ln w="18000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44700A48-E887-478F-D2A0-FD8DC502DBE0}"/>
                      </a:ext>
                    </a:extLst>
                  </p:cNvPr>
                  <p:cNvSpPr/>
                  <p:nvPr/>
                </p:nvSpPr>
                <p:spPr>
                  <a:xfrm>
                    <a:off x="1160747" y="3116530"/>
                    <a:ext cx="334344" cy="33434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44700A48-E887-478F-D2A0-FD8DC502DB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0747" y="3116530"/>
                    <a:ext cx="334344" cy="3343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448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5F394E93-CFF5-E29F-E6F4-B75446369BF4}"/>
                      </a:ext>
                    </a:extLst>
                  </p:cNvPr>
                  <p:cNvSpPr txBox="1"/>
                  <p:nvPr/>
                </p:nvSpPr>
                <p:spPr>
                  <a:xfrm>
                    <a:off x="689664" y="3137653"/>
                    <a:ext cx="294953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5F394E93-CFF5-E29F-E6F4-B75446369B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9664" y="3137653"/>
                    <a:ext cx="294953" cy="2462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2449" r="-24490" b="-35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67A5447-D54C-60DD-060E-CDF44777CB77}"/>
                </a:ext>
              </a:extLst>
            </p:cNvPr>
            <p:cNvGrpSpPr/>
            <p:nvPr/>
          </p:nvGrpSpPr>
          <p:grpSpPr>
            <a:xfrm>
              <a:off x="994347" y="2454962"/>
              <a:ext cx="1215335" cy="334344"/>
              <a:chOff x="689664" y="3116530"/>
              <a:chExt cx="1215335" cy="334344"/>
            </a:xfrm>
          </p:grpSpPr>
          <p:sp>
            <p:nvSpPr>
              <p:cNvPr id="21" name="직선 연결선 9">
                <a:extLst>
                  <a:ext uri="{FF2B5EF4-FFF2-40B4-BE49-F238E27FC236}">
                    <a16:creationId xmlns:a16="http://schemas.microsoft.com/office/drawing/2014/main" id="{571ECCDD-4545-13A5-46E9-6FF0535360E9}"/>
                  </a:ext>
                </a:extLst>
              </p:cNvPr>
              <p:cNvSpPr/>
              <p:nvPr/>
            </p:nvSpPr>
            <p:spPr>
              <a:xfrm>
                <a:off x="984616" y="3283702"/>
                <a:ext cx="920383" cy="0"/>
              </a:xfrm>
              <a:prstGeom prst="line">
                <a:avLst/>
              </a:prstGeom>
              <a:solidFill>
                <a:srgbClr val="000000">
                  <a:alpha val="5000"/>
                </a:srgbClr>
              </a:solidFill>
              <a:ln w="18000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505B4A3F-691A-367F-A34C-DD41AF88FCC9}"/>
                      </a:ext>
                    </a:extLst>
                  </p:cNvPr>
                  <p:cNvSpPr/>
                  <p:nvPr/>
                </p:nvSpPr>
                <p:spPr>
                  <a:xfrm>
                    <a:off x="1160747" y="3116530"/>
                    <a:ext cx="334344" cy="33434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505B4A3F-691A-367F-A34C-DD41AF88FC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0747" y="3116530"/>
                    <a:ext cx="334344" cy="33434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724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1E7EF96-8FCA-9633-FB0B-228580A8DE12}"/>
                      </a:ext>
                    </a:extLst>
                  </p:cNvPr>
                  <p:cNvSpPr txBox="1"/>
                  <p:nvPr/>
                </p:nvSpPr>
                <p:spPr>
                  <a:xfrm>
                    <a:off x="689664" y="3137653"/>
                    <a:ext cx="294953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1E7EF96-8FCA-9633-FB0B-228580A8DE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9664" y="3137653"/>
                    <a:ext cx="294953" cy="24622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2449" r="-24490" b="-3414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Double Bracket 23">
              <a:extLst>
                <a:ext uri="{FF2B5EF4-FFF2-40B4-BE49-F238E27FC236}">
                  <a16:creationId xmlns:a16="http://schemas.microsoft.com/office/drawing/2014/main" id="{754210E4-F2D0-7254-6856-3B9E6228EE2E}"/>
                </a:ext>
              </a:extLst>
            </p:cNvPr>
            <p:cNvSpPr/>
            <p:nvPr/>
          </p:nvSpPr>
          <p:spPr>
            <a:xfrm>
              <a:off x="908115" y="1870561"/>
              <a:ext cx="1682750" cy="1768055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282D9F2-342B-332E-85DA-69A9E3A95AD1}"/>
                    </a:ext>
                  </a:extLst>
                </p:cNvPr>
                <p:cNvSpPr txBox="1"/>
                <p:nvPr/>
              </p:nvSpPr>
              <p:spPr>
                <a:xfrm>
                  <a:off x="2527010" y="1857546"/>
                  <a:ext cx="5270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282D9F2-342B-332E-85DA-69A9E3A95A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7010" y="1857546"/>
                  <a:ext cx="52705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9181482-9078-B839-A368-EEE8999F94F5}"/>
                </a:ext>
              </a:extLst>
            </p:cNvPr>
            <p:cNvGrpSpPr/>
            <p:nvPr/>
          </p:nvGrpSpPr>
          <p:grpSpPr>
            <a:xfrm>
              <a:off x="1914525" y="2042212"/>
              <a:ext cx="525311" cy="337000"/>
              <a:chOff x="1495452" y="5169548"/>
              <a:chExt cx="525311" cy="33700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A8EF668-EBEE-0159-70E2-64D2763FE354}"/>
                  </a:ext>
                </a:extLst>
              </p:cNvPr>
              <p:cNvSpPr/>
              <p:nvPr/>
            </p:nvSpPr>
            <p:spPr>
              <a:xfrm>
                <a:off x="1495452" y="5169548"/>
                <a:ext cx="525311" cy="337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DFE10B9-4F60-BB48-F786-BC6CB7BCD50F}"/>
                  </a:ext>
                </a:extLst>
              </p:cNvPr>
              <p:cNvSpPr/>
              <p:nvPr/>
            </p:nvSpPr>
            <p:spPr>
              <a:xfrm>
                <a:off x="1569580" y="5229979"/>
                <a:ext cx="364902" cy="212944"/>
              </a:xfrm>
              <a:custGeom>
                <a:avLst/>
                <a:gdLst>
                  <a:gd name="connsiteX0" fmla="*/ 0 w 1524000"/>
                  <a:gd name="connsiteY0" fmla="*/ 279492 h 304892"/>
                  <a:gd name="connsiteX1" fmla="*/ 762000 w 1524000"/>
                  <a:gd name="connsiteY1" fmla="*/ 92 h 304892"/>
                  <a:gd name="connsiteX2" fmla="*/ 1524000 w 1524000"/>
                  <a:gd name="connsiteY2" fmla="*/ 304892 h 304892"/>
                  <a:gd name="connsiteX0" fmla="*/ 0 w 1524000"/>
                  <a:gd name="connsiteY0" fmla="*/ 184383 h 209783"/>
                  <a:gd name="connsiteX1" fmla="*/ 746658 w 1524000"/>
                  <a:gd name="connsiteY1" fmla="*/ 261 h 209783"/>
                  <a:gd name="connsiteX2" fmla="*/ 1524000 w 1524000"/>
                  <a:gd name="connsiteY2" fmla="*/ 209783 h 209783"/>
                  <a:gd name="connsiteX0" fmla="*/ 0 w 1236333"/>
                  <a:gd name="connsiteY0" fmla="*/ 336635 h 336635"/>
                  <a:gd name="connsiteX1" fmla="*/ 458991 w 1236333"/>
                  <a:gd name="connsiteY1" fmla="*/ 67 h 336635"/>
                  <a:gd name="connsiteX2" fmla="*/ 1236333 w 1236333"/>
                  <a:gd name="connsiteY2" fmla="*/ 209589 h 336635"/>
                  <a:gd name="connsiteX0" fmla="*/ 0 w 1236333"/>
                  <a:gd name="connsiteY0" fmla="*/ 336739 h 336739"/>
                  <a:gd name="connsiteX1" fmla="*/ 458991 w 1236333"/>
                  <a:gd name="connsiteY1" fmla="*/ 171 h 336739"/>
                  <a:gd name="connsiteX2" fmla="*/ 1236333 w 1236333"/>
                  <a:gd name="connsiteY2" fmla="*/ 209693 h 336739"/>
                  <a:gd name="connsiteX0" fmla="*/ 0 w 737710"/>
                  <a:gd name="connsiteY0" fmla="*/ 336739 h 346894"/>
                  <a:gd name="connsiteX1" fmla="*/ 458991 w 737710"/>
                  <a:gd name="connsiteY1" fmla="*/ 171 h 346894"/>
                  <a:gd name="connsiteX2" fmla="*/ 737710 w 737710"/>
                  <a:gd name="connsiteY2" fmla="*/ 346894 h 346894"/>
                  <a:gd name="connsiteX0" fmla="*/ 0 w 738519"/>
                  <a:gd name="connsiteY0" fmla="*/ 336739 h 346894"/>
                  <a:gd name="connsiteX1" fmla="*/ 458991 w 738519"/>
                  <a:gd name="connsiteY1" fmla="*/ 171 h 346894"/>
                  <a:gd name="connsiteX2" fmla="*/ 737710 w 738519"/>
                  <a:gd name="connsiteY2" fmla="*/ 346894 h 346894"/>
                  <a:gd name="connsiteX0" fmla="*/ 0 w 856836"/>
                  <a:gd name="connsiteY0" fmla="*/ 336739 h 339271"/>
                  <a:gd name="connsiteX1" fmla="*/ 458991 w 856836"/>
                  <a:gd name="connsiteY1" fmla="*/ 171 h 339271"/>
                  <a:gd name="connsiteX2" fmla="*/ 856614 w 856836"/>
                  <a:gd name="connsiteY2" fmla="*/ 339271 h 339271"/>
                  <a:gd name="connsiteX0" fmla="*/ 0 w 856836"/>
                  <a:gd name="connsiteY0" fmla="*/ 336805 h 339337"/>
                  <a:gd name="connsiteX1" fmla="*/ 458991 w 856836"/>
                  <a:gd name="connsiteY1" fmla="*/ 237 h 339337"/>
                  <a:gd name="connsiteX2" fmla="*/ 856614 w 856836"/>
                  <a:gd name="connsiteY2" fmla="*/ 339337 h 339337"/>
                  <a:gd name="connsiteX0" fmla="*/ 0 w 810809"/>
                  <a:gd name="connsiteY0" fmla="*/ 333008 h 339351"/>
                  <a:gd name="connsiteX1" fmla="*/ 412964 w 810809"/>
                  <a:gd name="connsiteY1" fmla="*/ 251 h 339351"/>
                  <a:gd name="connsiteX2" fmla="*/ 810587 w 810809"/>
                  <a:gd name="connsiteY2" fmla="*/ 339351 h 339351"/>
                  <a:gd name="connsiteX0" fmla="*/ 0 w 810809"/>
                  <a:gd name="connsiteY0" fmla="*/ 332968 h 339311"/>
                  <a:gd name="connsiteX1" fmla="*/ 412964 w 810809"/>
                  <a:gd name="connsiteY1" fmla="*/ 211 h 339311"/>
                  <a:gd name="connsiteX2" fmla="*/ 810587 w 810809"/>
                  <a:gd name="connsiteY2" fmla="*/ 339311 h 339311"/>
                  <a:gd name="connsiteX0" fmla="*/ 0 w 749440"/>
                  <a:gd name="connsiteY0" fmla="*/ 329169 h 339322"/>
                  <a:gd name="connsiteX1" fmla="*/ 351595 w 749440"/>
                  <a:gd name="connsiteY1" fmla="*/ 222 h 339322"/>
                  <a:gd name="connsiteX2" fmla="*/ 749218 w 749440"/>
                  <a:gd name="connsiteY2" fmla="*/ 339322 h 339322"/>
                  <a:gd name="connsiteX0" fmla="*/ 0 w 795467"/>
                  <a:gd name="connsiteY0" fmla="*/ 351977 h 351977"/>
                  <a:gd name="connsiteX1" fmla="*/ 397622 w 795467"/>
                  <a:gd name="connsiteY1" fmla="*/ 164 h 351977"/>
                  <a:gd name="connsiteX2" fmla="*/ 795245 w 795467"/>
                  <a:gd name="connsiteY2" fmla="*/ 339264 h 351977"/>
                  <a:gd name="connsiteX0" fmla="*/ 0 w 841494"/>
                  <a:gd name="connsiteY0" fmla="*/ 355782 h 355781"/>
                  <a:gd name="connsiteX1" fmla="*/ 443649 w 841494"/>
                  <a:gd name="connsiteY1" fmla="*/ 158 h 355781"/>
                  <a:gd name="connsiteX2" fmla="*/ 841272 w 841494"/>
                  <a:gd name="connsiteY2" fmla="*/ 339258 h 355781"/>
                  <a:gd name="connsiteX0" fmla="*/ 0 w 799304"/>
                  <a:gd name="connsiteY0" fmla="*/ 344370 h 344370"/>
                  <a:gd name="connsiteX1" fmla="*/ 401459 w 799304"/>
                  <a:gd name="connsiteY1" fmla="*/ 179 h 344370"/>
                  <a:gd name="connsiteX2" fmla="*/ 799082 w 799304"/>
                  <a:gd name="connsiteY2" fmla="*/ 339279 h 344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9304" h="344370">
                    <a:moveTo>
                      <a:pt x="0" y="344370"/>
                    </a:moveTo>
                    <a:cubicBezTo>
                      <a:pt x="20033" y="65349"/>
                      <a:pt x="147459" y="-4054"/>
                      <a:pt x="401459" y="179"/>
                    </a:cubicBezTo>
                    <a:cubicBezTo>
                      <a:pt x="655459" y="4412"/>
                      <a:pt x="805900" y="108962"/>
                      <a:pt x="799082" y="33927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71C3F86-652D-4C74-5AE3-F564EFA625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79289" y="5242548"/>
                <a:ext cx="80569" cy="21294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5A321DB-1AB1-9C32-C742-ECDA7A2F4426}"/>
                </a:ext>
              </a:extLst>
            </p:cNvPr>
            <p:cNvGrpSpPr/>
            <p:nvPr/>
          </p:nvGrpSpPr>
          <p:grpSpPr>
            <a:xfrm>
              <a:off x="1914525" y="2454962"/>
              <a:ext cx="525311" cy="337000"/>
              <a:chOff x="1495452" y="5169548"/>
              <a:chExt cx="525311" cy="337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114DF3-C803-E538-CDC7-CC786FB1585E}"/>
                  </a:ext>
                </a:extLst>
              </p:cNvPr>
              <p:cNvSpPr/>
              <p:nvPr/>
            </p:nvSpPr>
            <p:spPr>
              <a:xfrm>
                <a:off x="1495452" y="5169548"/>
                <a:ext cx="525311" cy="337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64A7B7B-D5BF-2372-EF93-B856ED4FCE23}"/>
                  </a:ext>
                </a:extLst>
              </p:cNvPr>
              <p:cNvSpPr/>
              <p:nvPr/>
            </p:nvSpPr>
            <p:spPr>
              <a:xfrm>
                <a:off x="1569580" y="5229979"/>
                <a:ext cx="364902" cy="212944"/>
              </a:xfrm>
              <a:custGeom>
                <a:avLst/>
                <a:gdLst>
                  <a:gd name="connsiteX0" fmla="*/ 0 w 1524000"/>
                  <a:gd name="connsiteY0" fmla="*/ 279492 h 304892"/>
                  <a:gd name="connsiteX1" fmla="*/ 762000 w 1524000"/>
                  <a:gd name="connsiteY1" fmla="*/ 92 h 304892"/>
                  <a:gd name="connsiteX2" fmla="*/ 1524000 w 1524000"/>
                  <a:gd name="connsiteY2" fmla="*/ 304892 h 304892"/>
                  <a:gd name="connsiteX0" fmla="*/ 0 w 1524000"/>
                  <a:gd name="connsiteY0" fmla="*/ 184383 h 209783"/>
                  <a:gd name="connsiteX1" fmla="*/ 746658 w 1524000"/>
                  <a:gd name="connsiteY1" fmla="*/ 261 h 209783"/>
                  <a:gd name="connsiteX2" fmla="*/ 1524000 w 1524000"/>
                  <a:gd name="connsiteY2" fmla="*/ 209783 h 209783"/>
                  <a:gd name="connsiteX0" fmla="*/ 0 w 1236333"/>
                  <a:gd name="connsiteY0" fmla="*/ 336635 h 336635"/>
                  <a:gd name="connsiteX1" fmla="*/ 458991 w 1236333"/>
                  <a:gd name="connsiteY1" fmla="*/ 67 h 336635"/>
                  <a:gd name="connsiteX2" fmla="*/ 1236333 w 1236333"/>
                  <a:gd name="connsiteY2" fmla="*/ 209589 h 336635"/>
                  <a:gd name="connsiteX0" fmla="*/ 0 w 1236333"/>
                  <a:gd name="connsiteY0" fmla="*/ 336739 h 336739"/>
                  <a:gd name="connsiteX1" fmla="*/ 458991 w 1236333"/>
                  <a:gd name="connsiteY1" fmla="*/ 171 h 336739"/>
                  <a:gd name="connsiteX2" fmla="*/ 1236333 w 1236333"/>
                  <a:gd name="connsiteY2" fmla="*/ 209693 h 336739"/>
                  <a:gd name="connsiteX0" fmla="*/ 0 w 737710"/>
                  <a:gd name="connsiteY0" fmla="*/ 336739 h 346894"/>
                  <a:gd name="connsiteX1" fmla="*/ 458991 w 737710"/>
                  <a:gd name="connsiteY1" fmla="*/ 171 h 346894"/>
                  <a:gd name="connsiteX2" fmla="*/ 737710 w 737710"/>
                  <a:gd name="connsiteY2" fmla="*/ 346894 h 346894"/>
                  <a:gd name="connsiteX0" fmla="*/ 0 w 738519"/>
                  <a:gd name="connsiteY0" fmla="*/ 336739 h 346894"/>
                  <a:gd name="connsiteX1" fmla="*/ 458991 w 738519"/>
                  <a:gd name="connsiteY1" fmla="*/ 171 h 346894"/>
                  <a:gd name="connsiteX2" fmla="*/ 737710 w 738519"/>
                  <a:gd name="connsiteY2" fmla="*/ 346894 h 346894"/>
                  <a:gd name="connsiteX0" fmla="*/ 0 w 856836"/>
                  <a:gd name="connsiteY0" fmla="*/ 336739 h 339271"/>
                  <a:gd name="connsiteX1" fmla="*/ 458991 w 856836"/>
                  <a:gd name="connsiteY1" fmla="*/ 171 h 339271"/>
                  <a:gd name="connsiteX2" fmla="*/ 856614 w 856836"/>
                  <a:gd name="connsiteY2" fmla="*/ 339271 h 339271"/>
                  <a:gd name="connsiteX0" fmla="*/ 0 w 856836"/>
                  <a:gd name="connsiteY0" fmla="*/ 336805 h 339337"/>
                  <a:gd name="connsiteX1" fmla="*/ 458991 w 856836"/>
                  <a:gd name="connsiteY1" fmla="*/ 237 h 339337"/>
                  <a:gd name="connsiteX2" fmla="*/ 856614 w 856836"/>
                  <a:gd name="connsiteY2" fmla="*/ 339337 h 339337"/>
                  <a:gd name="connsiteX0" fmla="*/ 0 w 810809"/>
                  <a:gd name="connsiteY0" fmla="*/ 333008 h 339351"/>
                  <a:gd name="connsiteX1" fmla="*/ 412964 w 810809"/>
                  <a:gd name="connsiteY1" fmla="*/ 251 h 339351"/>
                  <a:gd name="connsiteX2" fmla="*/ 810587 w 810809"/>
                  <a:gd name="connsiteY2" fmla="*/ 339351 h 339351"/>
                  <a:gd name="connsiteX0" fmla="*/ 0 w 810809"/>
                  <a:gd name="connsiteY0" fmla="*/ 332968 h 339311"/>
                  <a:gd name="connsiteX1" fmla="*/ 412964 w 810809"/>
                  <a:gd name="connsiteY1" fmla="*/ 211 h 339311"/>
                  <a:gd name="connsiteX2" fmla="*/ 810587 w 810809"/>
                  <a:gd name="connsiteY2" fmla="*/ 339311 h 339311"/>
                  <a:gd name="connsiteX0" fmla="*/ 0 w 749440"/>
                  <a:gd name="connsiteY0" fmla="*/ 329169 h 339322"/>
                  <a:gd name="connsiteX1" fmla="*/ 351595 w 749440"/>
                  <a:gd name="connsiteY1" fmla="*/ 222 h 339322"/>
                  <a:gd name="connsiteX2" fmla="*/ 749218 w 749440"/>
                  <a:gd name="connsiteY2" fmla="*/ 339322 h 339322"/>
                  <a:gd name="connsiteX0" fmla="*/ 0 w 795467"/>
                  <a:gd name="connsiteY0" fmla="*/ 351977 h 351977"/>
                  <a:gd name="connsiteX1" fmla="*/ 397622 w 795467"/>
                  <a:gd name="connsiteY1" fmla="*/ 164 h 351977"/>
                  <a:gd name="connsiteX2" fmla="*/ 795245 w 795467"/>
                  <a:gd name="connsiteY2" fmla="*/ 339264 h 351977"/>
                  <a:gd name="connsiteX0" fmla="*/ 0 w 841494"/>
                  <a:gd name="connsiteY0" fmla="*/ 355782 h 355781"/>
                  <a:gd name="connsiteX1" fmla="*/ 443649 w 841494"/>
                  <a:gd name="connsiteY1" fmla="*/ 158 h 355781"/>
                  <a:gd name="connsiteX2" fmla="*/ 841272 w 841494"/>
                  <a:gd name="connsiteY2" fmla="*/ 339258 h 355781"/>
                  <a:gd name="connsiteX0" fmla="*/ 0 w 799304"/>
                  <a:gd name="connsiteY0" fmla="*/ 344370 h 344370"/>
                  <a:gd name="connsiteX1" fmla="*/ 401459 w 799304"/>
                  <a:gd name="connsiteY1" fmla="*/ 179 h 344370"/>
                  <a:gd name="connsiteX2" fmla="*/ 799082 w 799304"/>
                  <a:gd name="connsiteY2" fmla="*/ 339279 h 344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9304" h="344370">
                    <a:moveTo>
                      <a:pt x="0" y="344370"/>
                    </a:moveTo>
                    <a:cubicBezTo>
                      <a:pt x="20033" y="65349"/>
                      <a:pt x="147459" y="-4054"/>
                      <a:pt x="401459" y="179"/>
                    </a:cubicBezTo>
                    <a:cubicBezTo>
                      <a:pt x="655459" y="4412"/>
                      <a:pt x="805900" y="108962"/>
                      <a:pt x="799082" y="33927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181E0ECF-053E-A833-5D6E-B9CA4DA84D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79289" y="5242548"/>
                <a:ext cx="80569" cy="21294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4E76643-49AC-2876-30E3-DE4E775AA6BB}"/>
                </a:ext>
              </a:extLst>
            </p:cNvPr>
            <p:cNvGrpSpPr/>
            <p:nvPr/>
          </p:nvGrpSpPr>
          <p:grpSpPr>
            <a:xfrm>
              <a:off x="994347" y="3157710"/>
              <a:ext cx="1215335" cy="334344"/>
              <a:chOff x="689664" y="3116530"/>
              <a:chExt cx="1215335" cy="334344"/>
            </a:xfrm>
          </p:grpSpPr>
          <p:sp>
            <p:nvSpPr>
              <p:cNvPr id="44" name="직선 연결선 9">
                <a:extLst>
                  <a:ext uri="{FF2B5EF4-FFF2-40B4-BE49-F238E27FC236}">
                    <a16:creationId xmlns:a16="http://schemas.microsoft.com/office/drawing/2014/main" id="{CCD7144A-59E5-75AA-6B73-5AB99202A2D3}"/>
                  </a:ext>
                </a:extLst>
              </p:cNvPr>
              <p:cNvSpPr/>
              <p:nvPr/>
            </p:nvSpPr>
            <p:spPr>
              <a:xfrm>
                <a:off x="984616" y="3283702"/>
                <a:ext cx="920383" cy="0"/>
              </a:xfrm>
              <a:prstGeom prst="line">
                <a:avLst/>
              </a:prstGeom>
              <a:solidFill>
                <a:srgbClr val="000000">
                  <a:alpha val="5000"/>
                </a:srgbClr>
              </a:solidFill>
              <a:ln w="18000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D3D3EE93-52A3-D41E-B882-6D54FB53113E}"/>
                      </a:ext>
                    </a:extLst>
                  </p:cNvPr>
                  <p:cNvSpPr/>
                  <p:nvPr/>
                </p:nvSpPr>
                <p:spPr>
                  <a:xfrm>
                    <a:off x="1160747" y="3116530"/>
                    <a:ext cx="334344" cy="33434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oMath>
                      </m:oMathPara>
                    </a14:m>
                    <a:endParaRPr lang="en-IN" sz="1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D3D3EE93-52A3-D41E-B882-6D54FB53113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0747" y="3116530"/>
                    <a:ext cx="334344" cy="3343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6897" b="-689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37E7DA0A-9AD0-1302-111E-F5583B5754DC}"/>
                      </a:ext>
                    </a:extLst>
                  </p:cNvPr>
                  <p:cNvSpPr txBox="1"/>
                  <p:nvPr/>
                </p:nvSpPr>
                <p:spPr>
                  <a:xfrm>
                    <a:off x="689664" y="3137653"/>
                    <a:ext cx="294953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37E7DA0A-9AD0-1302-111E-F5583B5754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9664" y="3137653"/>
                    <a:ext cx="294953" cy="24622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22449" r="-24490" b="-35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A2C7327-C87D-3B6A-F6BA-8B3C3BD04760}"/>
                </a:ext>
              </a:extLst>
            </p:cNvPr>
            <p:cNvGrpSpPr/>
            <p:nvPr/>
          </p:nvGrpSpPr>
          <p:grpSpPr>
            <a:xfrm>
              <a:off x="1914525" y="3165894"/>
              <a:ext cx="525311" cy="337000"/>
              <a:chOff x="1495452" y="5169548"/>
              <a:chExt cx="525311" cy="3370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4DF7C8A-79DC-74D1-4BEE-3DCF0C7DBDA7}"/>
                  </a:ext>
                </a:extLst>
              </p:cNvPr>
              <p:cNvSpPr/>
              <p:nvPr/>
            </p:nvSpPr>
            <p:spPr>
              <a:xfrm>
                <a:off x="1495452" y="5169548"/>
                <a:ext cx="525311" cy="337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6092836-A9A7-A94D-9FD4-C89D80871199}"/>
                  </a:ext>
                </a:extLst>
              </p:cNvPr>
              <p:cNvSpPr/>
              <p:nvPr/>
            </p:nvSpPr>
            <p:spPr>
              <a:xfrm>
                <a:off x="1569580" y="5229979"/>
                <a:ext cx="364902" cy="212944"/>
              </a:xfrm>
              <a:custGeom>
                <a:avLst/>
                <a:gdLst>
                  <a:gd name="connsiteX0" fmla="*/ 0 w 1524000"/>
                  <a:gd name="connsiteY0" fmla="*/ 279492 h 304892"/>
                  <a:gd name="connsiteX1" fmla="*/ 762000 w 1524000"/>
                  <a:gd name="connsiteY1" fmla="*/ 92 h 304892"/>
                  <a:gd name="connsiteX2" fmla="*/ 1524000 w 1524000"/>
                  <a:gd name="connsiteY2" fmla="*/ 304892 h 304892"/>
                  <a:gd name="connsiteX0" fmla="*/ 0 w 1524000"/>
                  <a:gd name="connsiteY0" fmla="*/ 184383 h 209783"/>
                  <a:gd name="connsiteX1" fmla="*/ 746658 w 1524000"/>
                  <a:gd name="connsiteY1" fmla="*/ 261 h 209783"/>
                  <a:gd name="connsiteX2" fmla="*/ 1524000 w 1524000"/>
                  <a:gd name="connsiteY2" fmla="*/ 209783 h 209783"/>
                  <a:gd name="connsiteX0" fmla="*/ 0 w 1236333"/>
                  <a:gd name="connsiteY0" fmla="*/ 336635 h 336635"/>
                  <a:gd name="connsiteX1" fmla="*/ 458991 w 1236333"/>
                  <a:gd name="connsiteY1" fmla="*/ 67 h 336635"/>
                  <a:gd name="connsiteX2" fmla="*/ 1236333 w 1236333"/>
                  <a:gd name="connsiteY2" fmla="*/ 209589 h 336635"/>
                  <a:gd name="connsiteX0" fmla="*/ 0 w 1236333"/>
                  <a:gd name="connsiteY0" fmla="*/ 336739 h 336739"/>
                  <a:gd name="connsiteX1" fmla="*/ 458991 w 1236333"/>
                  <a:gd name="connsiteY1" fmla="*/ 171 h 336739"/>
                  <a:gd name="connsiteX2" fmla="*/ 1236333 w 1236333"/>
                  <a:gd name="connsiteY2" fmla="*/ 209693 h 336739"/>
                  <a:gd name="connsiteX0" fmla="*/ 0 w 737710"/>
                  <a:gd name="connsiteY0" fmla="*/ 336739 h 346894"/>
                  <a:gd name="connsiteX1" fmla="*/ 458991 w 737710"/>
                  <a:gd name="connsiteY1" fmla="*/ 171 h 346894"/>
                  <a:gd name="connsiteX2" fmla="*/ 737710 w 737710"/>
                  <a:gd name="connsiteY2" fmla="*/ 346894 h 346894"/>
                  <a:gd name="connsiteX0" fmla="*/ 0 w 738519"/>
                  <a:gd name="connsiteY0" fmla="*/ 336739 h 346894"/>
                  <a:gd name="connsiteX1" fmla="*/ 458991 w 738519"/>
                  <a:gd name="connsiteY1" fmla="*/ 171 h 346894"/>
                  <a:gd name="connsiteX2" fmla="*/ 737710 w 738519"/>
                  <a:gd name="connsiteY2" fmla="*/ 346894 h 346894"/>
                  <a:gd name="connsiteX0" fmla="*/ 0 w 856836"/>
                  <a:gd name="connsiteY0" fmla="*/ 336739 h 339271"/>
                  <a:gd name="connsiteX1" fmla="*/ 458991 w 856836"/>
                  <a:gd name="connsiteY1" fmla="*/ 171 h 339271"/>
                  <a:gd name="connsiteX2" fmla="*/ 856614 w 856836"/>
                  <a:gd name="connsiteY2" fmla="*/ 339271 h 339271"/>
                  <a:gd name="connsiteX0" fmla="*/ 0 w 856836"/>
                  <a:gd name="connsiteY0" fmla="*/ 336805 h 339337"/>
                  <a:gd name="connsiteX1" fmla="*/ 458991 w 856836"/>
                  <a:gd name="connsiteY1" fmla="*/ 237 h 339337"/>
                  <a:gd name="connsiteX2" fmla="*/ 856614 w 856836"/>
                  <a:gd name="connsiteY2" fmla="*/ 339337 h 339337"/>
                  <a:gd name="connsiteX0" fmla="*/ 0 w 810809"/>
                  <a:gd name="connsiteY0" fmla="*/ 333008 h 339351"/>
                  <a:gd name="connsiteX1" fmla="*/ 412964 w 810809"/>
                  <a:gd name="connsiteY1" fmla="*/ 251 h 339351"/>
                  <a:gd name="connsiteX2" fmla="*/ 810587 w 810809"/>
                  <a:gd name="connsiteY2" fmla="*/ 339351 h 339351"/>
                  <a:gd name="connsiteX0" fmla="*/ 0 w 810809"/>
                  <a:gd name="connsiteY0" fmla="*/ 332968 h 339311"/>
                  <a:gd name="connsiteX1" fmla="*/ 412964 w 810809"/>
                  <a:gd name="connsiteY1" fmla="*/ 211 h 339311"/>
                  <a:gd name="connsiteX2" fmla="*/ 810587 w 810809"/>
                  <a:gd name="connsiteY2" fmla="*/ 339311 h 339311"/>
                  <a:gd name="connsiteX0" fmla="*/ 0 w 749440"/>
                  <a:gd name="connsiteY0" fmla="*/ 329169 h 339322"/>
                  <a:gd name="connsiteX1" fmla="*/ 351595 w 749440"/>
                  <a:gd name="connsiteY1" fmla="*/ 222 h 339322"/>
                  <a:gd name="connsiteX2" fmla="*/ 749218 w 749440"/>
                  <a:gd name="connsiteY2" fmla="*/ 339322 h 339322"/>
                  <a:gd name="connsiteX0" fmla="*/ 0 w 795467"/>
                  <a:gd name="connsiteY0" fmla="*/ 351977 h 351977"/>
                  <a:gd name="connsiteX1" fmla="*/ 397622 w 795467"/>
                  <a:gd name="connsiteY1" fmla="*/ 164 h 351977"/>
                  <a:gd name="connsiteX2" fmla="*/ 795245 w 795467"/>
                  <a:gd name="connsiteY2" fmla="*/ 339264 h 351977"/>
                  <a:gd name="connsiteX0" fmla="*/ 0 w 841494"/>
                  <a:gd name="connsiteY0" fmla="*/ 355782 h 355781"/>
                  <a:gd name="connsiteX1" fmla="*/ 443649 w 841494"/>
                  <a:gd name="connsiteY1" fmla="*/ 158 h 355781"/>
                  <a:gd name="connsiteX2" fmla="*/ 841272 w 841494"/>
                  <a:gd name="connsiteY2" fmla="*/ 339258 h 355781"/>
                  <a:gd name="connsiteX0" fmla="*/ 0 w 799304"/>
                  <a:gd name="connsiteY0" fmla="*/ 344370 h 344370"/>
                  <a:gd name="connsiteX1" fmla="*/ 401459 w 799304"/>
                  <a:gd name="connsiteY1" fmla="*/ 179 h 344370"/>
                  <a:gd name="connsiteX2" fmla="*/ 799082 w 799304"/>
                  <a:gd name="connsiteY2" fmla="*/ 339279 h 344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9304" h="344370">
                    <a:moveTo>
                      <a:pt x="0" y="344370"/>
                    </a:moveTo>
                    <a:cubicBezTo>
                      <a:pt x="20033" y="65349"/>
                      <a:pt x="147459" y="-4054"/>
                      <a:pt x="401459" y="179"/>
                    </a:cubicBezTo>
                    <a:cubicBezTo>
                      <a:pt x="655459" y="4412"/>
                      <a:pt x="805900" y="108962"/>
                      <a:pt x="799082" y="33927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98E8E362-B907-79E0-9C62-499ADCC64B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79289" y="5242548"/>
                <a:ext cx="80569" cy="21294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4D66EE1-D989-7AAC-2BB4-F4F3535C072A}"/>
                </a:ext>
              </a:extLst>
            </p:cNvPr>
            <p:cNvCxnSpPr>
              <a:cxnSpLocks/>
              <a:stCxn id="23" idx="2"/>
              <a:endCxn id="46" idx="0"/>
            </p:cNvCxnSpPr>
            <p:nvPr/>
          </p:nvCxnSpPr>
          <p:spPr>
            <a:xfrm>
              <a:off x="1141824" y="2722306"/>
              <a:ext cx="0" cy="456527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5D09276-9A48-F034-C2CE-A7D495C81C65}"/>
                </a:ext>
              </a:extLst>
            </p:cNvPr>
            <p:cNvCxnSpPr>
              <a:cxnSpLocks/>
              <a:stCxn id="22" idx="2"/>
              <a:endCxn id="45" idx="0"/>
            </p:cNvCxnSpPr>
            <p:nvPr/>
          </p:nvCxnSpPr>
          <p:spPr>
            <a:xfrm>
              <a:off x="1632602" y="2789306"/>
              <a:ext cx="0" cy="368404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C5E7857-AC7E-8702-35DF-1A09744446F8}"/>
                </a:ext>
              </a:extLst>
            </p:cNvPr>
            <p:cNvCxnSpPr>
              <a:cxnSpLocks/>
              <a:stCxn id="34" idx="2"/>
              <a:endCxn id="48" idx="0"/>
            </p:cNvCxnSpPr>
            <p:nvPr/>
          </p:nvCxnSpPr>
          <p:spPr>
            <a:xfrm>
              <a:off x="2177181" y="2791962"/>
              <a:ext cx="0" cy="37393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19C850EA-325A-CDAA-39B0-202856F3559A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Statistical Measurement</a:t>
            </a:r>
            <a:endParaRPr lang="en-IN" sz="2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D7D798-5D7F-BE63-B3FB-C73C5107ED19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160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701B-E5AF-B75A-E8F4-B1C05483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logos&#10;&#10;Description automatically generated">
            <a:extLst>
              <a:ext uri="{FF2B5EF4-FFF2-40B4-BE49-F238E27FC236}">
                <a16:creationId xmlns:a16="http://schemas.microsoft.com/office/drawing/2014/main" id="{5775E2FB-2CEE-0E04-8D44-47A619586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85" y="2157571"/>
            <a:ext cx="5409524" cy="25428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5BBCF1-F6D9-8C2E-4186-5EC8AD8E6F3F}"/>
              </a:ext>
            </a:extLst>
          </p:cNvPr>
          <p:cNvSpPr txBox="1"/>
          <p:nvPr/>
        </p:nvSpPr>
        <p:spPr>
          <a:xfrm>
            <a:off x="0" y="6627168"/>
            <a:ext cx="1384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Explicit Quantum Models</a:t>
            </a:r>
            <a:endParaRPr lang="en-IN" sz="9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451ECE-8E93-AF0B-2F23-F03AB1E2BFAF}"/>
              </a:ext>
            </a:extLst>
          </p:cNvPr>
          <p:cNvGrpSpPr/>
          <p:nvPr/>
        </p:nvGrpSpPr>
        <p:grpSpPr>
          <a:xfrm>
            <a:off x="6902792" y="3140045"/>
            <a:ext cx="4755808" cy="577907"/>
            <a:chOff x="5504446" y="2123574"/>
            <a:chExt cx="6376737" cy="57790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6B770F-9F56-DD93-F895-392F06EF61EF}"/>
                </a:ext>
              </a:extLst>
            </p:cNvPr>
            <p:cNvSpPr txBox="1"/>
            <p:nvPr/>
          </p:nvSpPr>
          <p:spPr>
            <a:xfrm>
              <a:off x="5504446" y="2123574"/>
              <a:ext cx="6376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rPr>
                <a:t>Open the Git Repository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977DA3-A3BF-9F4B-17D6-1C7E41E0977C}"/>
                </a:ext>
              </a:extLst>
            </p:cNvPr>
            <p:cNvSpPr txBox="1"/>
            <p:nvPr/>
          </p:nvSpPr>
          <p:spPr>
            <a:xfrm>
              <a:off x="5504446" y="2424482"/>
              <a:ext cx="63767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Open the GitHub repository to look at the code.</a:t>
              </a:r>
              <a:endParaRPr lang="en-IN" sz="1200" dirty="0">
                <a:latin typeface="Times New Roman" panose="02020603050405020304" pitchFamily="18" charset="0"/>
                <a:ea typeface="Lato Semibold" panose="020F0502020204030203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B6A342A7-041E-C458-D039-B6C3A6ECF4F0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Let’s code some of this out</a:t>
            </a:r>
            <a:endParaRPr lang="en-IN" sz="28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112E7F-A5C1-6341-A6F0-EE87D53B3F2F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9E30E59-0430-50C2-EB8F-87E77A890BE5}"/>
              </a:ext>
            </a:extLst>
          </p:cNvPr>
          <p:cNvSpPr txBox="1"/>
          <p:nvPr/>
        </p:nvSpPr>
        <p:spPr>
          <a:xfrm>
            <a:off x="3052584" y="4826351"/>
            <a:ext cx="6105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hlinkClick r:id="rId3"/>
              </a:rPr>
              <a:t>QuantumClubASU</a:t>
            </a:r>
            <a:r>
              <a:rPr lang="en-IN" dirty="0">
                <a:hlinkClick r:id="rId3"/>
              </a:rPr>
              <a:t>/QML-Lecture-Series: Repository for QML lecture series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42578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BB1EF-969E-089A-03D5-A9175FF2D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FB9EE9C-3A18-3A93-CC8B-AEC041A5C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2001817"/>
            <a:ext cx="10351168" cy="1151605"/>
          </a:xfrm>
        </p:spPr>
        <p:txBody>
          <a:bodyPr>
            <a:normAutofit/>
          </a:bodyPr>
          <a:lstStyle/>
          <a:p>
            <a:r>
              <a:rPr lang="en-IN" sz="4400" dirty="0"/>
              <a:t>Intro to Quantum Computing	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FB46F5F-27AD-7194-AB2E-D97421117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53422"/>
            <a:ext cx="9144000" cy="551155"/>
          </a:xfrm>
        </p:spPr>
        <p:txBody>
          <a:bodyPr/>
          <a:lstStyle/>
          <a:p>
            <a:r>
              <a:rPr lang="en-IN" sz="2400" dirty="0">
                <a:solidFill>
                  <a:srgbClr val="397B5D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Multi</a:t>
            </a:r>
            <a:r>
              <a:rPr lang="en-IN" sz="2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IN" sz="2400" dirty="0">
                <a:solidFill>
                  <a:srgbClr val="397B5D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Qubit</a:t>
            </a:r>
            <a:r>
              <a:rPr lang="en-IN" sz="2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systems</a:t>
            </a:r>
          </a:p>
        </p:txBody>
      </p:sp>
    </p:spTree>
    <p:extLst>
      <p:ext uri="{BB962C8B-B14F-4D97-AF65-F5344CB8AC3E}">
        <p14:creationId xmlns:p14="http://schemas.microsoft.com/office/powerpoint/2010/main" val="3437604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EB7338-8048-46DD-5D6A-61DFAB30F9BF}"/>
                  </a:ext>
                </a:extLst>
              </p:cNvPr>
              <p:cNvSpPr txBox="1"/>
              <p:nvPr/>
            </p:nvSpPr>
            <p:spPr>
              <a:xfrm>
                <a:off x="462455" y="983220"/>
                <a:ext cx="1145627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Tensor Product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tensor takes 2 vector spaces (V and W) and creates a new composite vector space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N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quantum computing, each </a:t>
                </a:r>
                <a:r>
                  <a:rPr lang="en-IN" sz="1600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 space</a:t>
                </a:r>
                <a:r>
                  <a:rPr lang="en-IN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a qubit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Let us assume 2 qubits with states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|1⟩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EB7338-8048-46DD-5D6A-61DFAB30F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55" y="983220"/>
                <a:ext cx="11456276" cy="584775"/>
              </a:xfrm>
              <a:prstGeom prst="rect">
                <a:avLst/>
              </a:prstGeom>
              <a:blipFill>
                <a:blip r:embed="rId2"/>
                <a:stretch>
                  <a:fillRect l="-319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BCCD257-B09C-5512-16DA-08EF0A19D650}"/>
              </a:ext>
            </a:extLst>
          </p:cNvPr>
          <p:cNvSpPr txBox="1"/>
          <p:nvPr/>
        </p:nvSpPr>
        <p:spPr>
          <a:xfrm>
            <a:off x="641131" y="3105889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Kronecker Product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 the case of quantum computing, we can use the Kron product and Tensor product interchangeably.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E3ED48-8F3E-CDFE-8AC9-343742970B71}"/>
              </a:ext>
            </a:extLst>
          </p:cNvPr>
          <p:cNvGrpSpPr/>
          <p:nvPr/>
        </p:nvGrpSpPr>
        <p:grpSpPr>
          <a:xfrm>
            <a:off x="2073757" y="1815451"/>
            <a:ext cx="8044485" cy="1043427"/>
            <a:chOff x="1991785" y="1815451"/>
            <a:chExt cx="8044485" cy="1043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64C0E85-9685-2BCB-8694-0F25D3ECD179}"/>
                    </a:ext>
                  </a:extLst>
                </p:cNvPr>
                <p:cNvSpPr txBox="1"/>
                <p:nvPr/>
              </p:nvSpPr>
              <p:spPr>
                <a:xfrm>
                  <a:off x="5621664" y="1815451"/>
                  <a:ext cx="4414606" cy="10434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⊗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64C0E85-9685-2BCB-8694-0F25D3ECD1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1664" y="1815451"/>
                  <a:ext cx="4414606" cy="104342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6C4EB27-4D39-C0FA-30FA-7D4AD283277D}"/>
                    </a:ext>
                  </a:extLst>
                </p:cNvPr>
                <p:cNvSpPr txBox="1"/>
                <p:nvPr/>
              </p:nvSpPr>
              <p:spPr>
                <a:xfrm>
                  <a:off x="1991785" y="2016395"/>
                  <a:ext cx="3389205" cy="6463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We can then represent the joint state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d>
                    </m:oMath>
                  </a14:m>
                  <a:r>
                    <a:rPr lang="en-I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using the tensor product.</a:t>
                  </a:r>
                  <a:endParaRPr lang="en-IN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6C4EB27-4D39-C0FA-30FA-7D4AD28327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1785" y="2016395"/>
                  <a:ext cx="3389205" cy="646331"/>
                </a:xfrm>
                <a:prstGeom prst="rect">
                  <a:avLst/>
                </a:prstGeom>
                <a:blipFill>
                  <a:blip r:embed="rId4"/>
                  <a:stretch>
                    <a:fillRect t="-4630" b="-1203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D09588-7F6F-0645-E1BA-5FA7F2A28C17}"/>
                  </a:ext>
                </a:extLst>
              </p:cNvPr>
              <p:cNvSpPr txBox="1"/>
              <p:nvPr/>
            </p:nvSpPr>
            <p:spPr>
              <a:xfrm>
                <a:off x="641131" y="3538900"/>
                <a:ext cx="112776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600" i="0" u="none" strike="noStrike" baseline="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i="0" u="none" strike="noStrike" baseline="0" dirty="0">
                    <a:solidFill>
                      <a:schemeClr val="bg1"/>
                    </a:solidFill>
                    <a:highlight>
                      <a:srgbClr val="C0C0C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highlight>
                      <a:srgbClr val="C0C0C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Properties of Tensor Products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resultant ‘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composite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vector space can be thought of as a combinatorial space of the 2 operands (i.e. the resultant space contains all possible combinations of the inputs).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dimension of the output is a product of the dimensions of the input.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tensor product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2×1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 is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4×1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Scalar values can be taken out of the product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 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𝑎𝐴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⊗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𝑏𝐵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⊗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scalars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D09588-7F6F-0645-E1BA-5FA7F2A28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1" y="3538900"/>
                <a:ext cx="11277600" cy="1569660"/>
              </a:xfrm>
              <a:prstGeom prst="rect">
                <a:avLst/>
              </a:prstGeom>
              <a:blipFill>
                <a:blip r:embed="rId5"/>
                <a:stretch>
                  <a:fillRect l="-270" t="-1167" b="-4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FA9DC14-3A01-0F55-6081-5E56DFBAEA95}"/>
              </a:ext>
            </a:extLst>
          </p:cNvPr>
          <p:cNvSpPr txBox="1"/>
          <p:nvPr/>
        </p:nvSpPr>
        <p:spPr>
          <a:xfrm>
            <a:off x="641131" y="5213060"/>
            <a:ext cx="11277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 in Quantum Computation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tensor product of ‘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single qubit </a:t>
            </a: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 a ‘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n-qubit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tensor product of ‘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single qubit </a:t>
            </a: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yields a ‘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n-qubit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Not all multi-qubit states and gates can be represented using the tensor products of single qubit versions.</a:t>
            </a:r>
            <a:endParaRPr lang="en-IN" sz="1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D1F4524-58CB-7E77-4C39-74DA901C1341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Tensor/Kronecker Product</a:t>
            </a:r>
            <a:endParaRPr lang="en-IN" sz="2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E66324-26C7-5150-ED16-A81BC7013D6E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319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7CDC-7A66-17E7-4966-3562D2D3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Diagram 1">
                <a:extLst>
                  <a:ext uri="{FF2B5EF4-FFF2-40B4-BE49-F238E27FC236}">
                    <a16:creationId xmlns:a16="http://schemas.microsoft.com/office/drawing/2014/main" id="{C0404D7B-DD58-6B44-3B54-744E0C314A05}"/>
                  </a:ext>
                </a:extLst>
              </p:cNvPr>
              <p:cNvGraphicFramePr/>
              <p:nvPr/>
            </p:nvGraphicFramePr>
            <p:xfrm>
              <a:off x="149224" y="1050838"/>
              <a:ext cx="11001376" cy="538814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2" name="Diagram 1">
                <a:extLst>
                  <a:ext uri="{FF2B5EF4-FFF2-40B4-BE49-F238E27FC236}">
                    <a16:creationId xmlns:a16="http://schemas.microsoft.com/office/drawing/2014/main" id="{C0404D7B-DD58-6B44-3B54-744E0C314A0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79650172"/>
                  </p:ext>
                </p:extLst>
              </p:nvPr>
            </p:nvGraphicFramePr>
            <p:xfrm>
              <a:off x="149224" y="1050838"/>
              <a:ext cx="11001376" cy="538814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5754A066-81F9-A808-11C4-3941310ED297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Properties of Tensor Products</a:t>
            </a:r>
            <a:endParaRPr lang="en-IN" sz="28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A2DD70-E7B3-CBDF-21CE-C8C07B8DD4E1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52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A34055-5A74-CD68-414F-B08F74627A92}"/>
                  </a:ext>
                </a:extLst>
              </p:cNvPr>
              <p:cNvSpPr txBox="1"/>
              <p:nvPr/>
            </p:nvSpPr>
            <p:spPr>
              <a:xfrm>
                <a:off x="337995" y="925612"/>
                <a:ext cx="1170519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Multi-Qubit States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define multi-qubit states w.r.t the basis states created by taking the tensor product of the combinations of basis states of the single qubit.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 qubits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basis states.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basis states of an n-qubit system are the states in their truth table.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A34055-5A74-CD68-414F-B08F74627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95" y="925612"/>
                <a:ext cx="11705196" cy="584775"/>
              </a:xfrm>
              <a:prstGeom prst="rect">
                <a:avLst/>
              </a:prstGeom>
              <a:blipFill>
                <a:blip r:embed="rId2"/>
                <a:stretch>
                  <a:fillRect l="-260" t="-3125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A838BC8-98A3-1DBA-0ED6-82EE9FC8BAA3}"/>
              </a:ext>
            </a:extLst>
          </p:cNvPr>
          <p:cNvSpPr txBox="1"/>
          <p:nvPr/>
        </p:nvSpPr>
        <p:spPr>
          <a:xfrm>
            <a:off x="4818993" y="1568856"/>
            <a:ext cx="2743199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 Basis states of a 2-qubit system</a:t>
            </a:r>
            <a:endParaRPr lang="en-IN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4AD259-6E32-215C-F640-F18A13345F0B}"/>
              </a:ext>
            </a:extLst>
          </p:cNvPr>
          <p:cNvGrpSpPr/>
          <p:nvPr/>
        </p:nvGrpSpPr>
        <p:grpSpPr>
          <a:xfrm>
            <a:off x="2440067" y="2013120"/>
            <a:ext cx="6484646" cy="1020472"/>
            <a:chOff x="-423942" y="2146464"/>
            <a:chExt cx="6484646" cy="10204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7860C86-7F67-7A7A-4F7D-AE3F20A8A46C}"/>
                    </a:ext>
                  </a:extLst>
                </p:cNvPr>
                <p:cNvSpPr txBox="1"/>
                <p:nvPr/>
              </p:nvSpPr>
              <p:spPr>
                <a:xfrm>
                  <a:off x="-423942" y="2146464"/>
                  <a:ext cx="2338269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⊗|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0⟩=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00⟩=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7860C86-7F67-7A7A-4F7D-AE3F20A8A4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23942" y="2146464"/>
                  <a:ext cx="2338269" cy="10204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4E649DB-D30A-E35A-A005-04787999DDCB}"/>
                    </a:ext>
                  </a:extLst>
                </p:cNvPr>
                <p:cNvSpPr txBox="1"/>
                <p:nvPr/>
              </p:nvSpPr>
              <p:spPr>
                <a:xfrm>
                  <a:off x="2021214" y="2146464"/>
                  <a:ext cx="1181990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  </a:t>
                  </a:r>
                  <a14:m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01⟩=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4E649DB-D30A-E35A-A005-04787999DD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214" y="2146464"/>
                  <a:ext cx="1181990" cy="10204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E09592B-FCE4-6DEC-D230-49383090748F}"/>
                    </a:ext>
                  </a:extLst>
                </p:cNvPr>
                <p:cNvSpPr txBox="1"/>
                <p:nvPr/>
              </p:nvSpPr>
              <p:spPr>
                <a:xfrm>
                  <a:off x="3449964" y="2146464"/>
                  <a:ext cx="1181990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  </a:t>
                  </a:r>
                  <a14:m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10⟩=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E09592B-FCE4-6DEC-D230-493830907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9964" y="2146464"/>
                  <a:ext cx="1181990" cy="102047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8F651C-04D0-12E9-9ED0-BDEA9C6853FD}"/>
                    </a:ext>
                  </a:extLst>
                </p:cNvPr>
                <p:cNvSpPr txBox="1"/>
                <p:nvPr/>
              </p:nvSpPr>
              <p:spPr>
                <a:xfrm>
                  <a:off x="4878714" y="2146464"/>
                  <a:ext cx="1181990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  </a:t>
                  </a:r>
                  <a14:m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00⟩=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8F651C-04D0-12E9-9ED0-BDEA9C685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8714" y="2146464"/>
                  <a:ext cx="1181990" cy="10204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12B2D48-45B1-0A31-49F2-8D59CA9A4054}"/>
              </a:ext>
            </a:extLst>
          </p:cNvPr>
          <p:cNvSpPr txBox="1"/>
          <p:nvPr/>
        </p:nvSpPr>
        <p:spPr>
          <a:xfrm>
            <a:off x="337995" y="3437940"/>
            <a:ext cx="117051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Visualizing Multi-Qubit States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Unlike single qubit states, visualizing multi-qubit states is non-trivial. A single qubit system can be simplified into a 2D plane, however when looking at a similar simplification of 2-qubit systems, we get a 4-D space which is already difficult to visualize.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1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simplified representation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constructed by </a:t>
            </a:r>
            <a:r>
              <a:rPr lang="en-US" sz="1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a qubit as a line which represents the probability distribution over the basis states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2-qubit system forms a 2-D square in this case.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representation, each qubit adds an axis.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FB5410-4D31-A6A9-70B5-2D7DA9AE3D63}"/>
              </a:ext>
            </a:extLst>
          </p:cNvPr>
          <p:cNvCxnSpPr/>
          <p:nvPr/>
        </p:nvCxnSpPr>
        <p:spPr>
          <a:xfrm>
            <a:off x="279400" y="3276279"/>
            <a:ext cx="116393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0A5AA19-A705-B52F-F72A-A72FB9CCB8E2}"/>
                  </a:ext>
                </a:extLst>
              </p:cNvPr>
              <p:cNvSpPr txBox="1"/>
              <p:nvPr/>
            </p:nvSpPr>
            <p:spPr>
              <a:xfrm>
                <a:off x="9490004" y="4568346"/>
                <a:ext cx="4080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0⟩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0A5AA19-A705-B52F-F72A-A72FB9CCB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0004" y="4568346"/>
                <a:ext cx="408071" cy="338554"/>
              </a:xfrm>
              <a:prstGeom prst="rect">
                <a:avLst/>
              </a:prstGeom>
              <a:blipFill>
                <a:blip r:embed="rId7"/>
                <a:stretch>
                  <a:fillRect l="-1493" r="-5970" b="-89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0CAF86E5-3E36-F277-4E54-68017B2A2001}"/>
              </a:ext>
            </a:extLst>
          </p:cNvPr>
          <p:cNvGrpSpPr/>
          <p:nvPr/>
        </p:nvGrpSpPr>
        <p:grpSpPr>
          <a:xfrm>
            <a:off x="540975" y="4664518"/>
            <a:ext cx="10273145" cy="1988739"/>
            <a:chOff x="525735" y="4664518"/>
            <a:chExt cx="10273145" cy="1988739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3EE8EDD-B9DD-3E1D-C1E1-B989639E978B}"/>
                </a:ext>
              </a:extLst>
            </p:cNvPr>
            <p:cNvSpPr/>
            <p:nvPr/>
          </p:nvSpPr>
          <p:spPr>
            <a:xfrm>
              <a:off x="8979667" y="4911816"/>
              <a:ext cx="1428748" cy="1413799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5D276-E97E-B172-CE58-FD0517A069E5}"/>
                </a:ext>
              </a:extLst>
            </p:cNvPr>
            <p:cNvSpPr txBox="1"/>
            <p:nvPr/>
          </p:nvSpPr>
          <p:spPr>
            <a:xfrm>
              <a:off x="525735" y="4812678"/>
              <a:ext cx="1703116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 Representation</a:t>
              </a:r>
              <a:endParaRPr lang="en-IN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BE0BAFC-466E-9D18-E2D6-42349C17E911}"/>
                    </a:ext>
                  </a:extLst>
                </p:cNvPr>
                <p:cNvSpPr txBox="1"/>
                <p:nvPr/>
              </p:nvSpPr>
              <p:spPr>
                <a:xfrm flipH="1">
                  <a:off x="3642655" y="5422739"/>
                  <a:ext cx="40807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BE0BAFC-466E-9D18-E2D6-42349C17E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642655" y="5422739"/>
                  <a:ext cx="408072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4478" r="-13433" b="-923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CC9249C-C1DA-5797-5D9E-A1157C35F34F}"/>
                </a:ext>
              </a:extLst>
            </p:cNvPr>
            <p:cNvCxnSpPr>
              <a:cxnSpLocks/>
            </p:cNvCxnSpPr>
            <p:nvPr/>
          </p:nvCxnSpPr>
          <p:spPr>
            <a:xfrm>
              <a:off x="8979666" y="5615279"/>
              <a:ext cx="1428750" cy="0"/>
            </a:xfrm>
            <a:prstGeom prst="line">
              <a:avLst/>
            </a:prstGeom>
            <a:ln>
              <a:solidFill>
                <a:srgbClr val="E7632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2FC9B04-4C65-B3CF-235F-4F6FEE36C75C}"/>
                </a:ext>
              </a:extLst>
            </p:cNvPr>
            <p:cNvCxnSpPr>
              <a:cxnSpLocks/>
            </p:cNvCxnSpPr>
            <p:nvPr/>
          </p:nvCxnSpPr>
          <p:spPr>
            <a:xfrm>
              <a:off x="9694041" y="4900904"/>
              <a:ext cx="0" cy="142875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FE6B681-3D0E-AA1C-E3CE-FF00F6FB82BE}"/>
                    </a:ext>
                  </a:extLst>
                </p:cNvPr>
                <p:cNvSpPr txBox="1"/>
                <p:nvPr/>
              </p:nvSpPr>
              <p:spPr>
                <a:xfrm>
                  <a:off x="10390809" y="5441526"/>
                  <a:ext cx="40807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1⟩</m:t>
                        </m:r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FE6B681-3D0E-AA1C-E3CE-FF00F6FB8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0809" y="5441526"/>
                  <a:ext cx="408071" cy="338554"/>
                </a:xfrm>
                <a:prstGeom prst="rect">
                  <a:avLst/>
                </a:prstGeom>
                <a:blipFill>
                  <a:blip r:embed="rId9"/>
                  <a:stretch>
                    <a:fillRect r="-7463" b="-109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6F8CA89-E4CC-606C-8785-C93A53232BE8}"/>
                    </a:ext>
                  </a:extLst>
                </p:cNvPr>
                <p:cNvSpPr txBox="1"/>
                <p:nvPr/>
              </p:nvSpPr>
              <p:spPr>
                <a:xfrm>
                  <a:off x="9490005" y="6314703"/>
                  <a:ext cx="40807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1⟩</m:t>
                        </m:r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6F8CA89-E4CC-606C-8785-C93A53232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005" y="6314703"/>
                  <a:ext cx="408071" cy="338554"/>
                </a:xfrm>
                <a:prstGeom prst="rect">
                  <a:avLst/>
                </a:prstGeom>
                <a:blipFill>
                  <a:blip r:embed="rId10"/>
                  <a:stretch>
                    <a:fillRect r="-7463" b="-109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3FA10761-7220-C31A-A790-A2474CAEBCDB}"/>
                    </a:ext>
                  </a:extLst>
                </p:cNvPr>
                <p:cNvSpPr txBox="1"/>
                <p:nvPr/>
              </p:nvSpPr>
              <p:spPr>
                <a:xfrm>
                  <a:off x="8549958" y="5442604"/>
                  <a:ext cx="40807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0⟩</m:t>
                        </m:r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3FA10761-7220-C31A-A790-A2474CAEBC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9958" y="5442604"/>
                  <a:ext cx="408071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7463" b="-109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Arrow: Right 54">
              <a:extLst>
                <a:ext uri="{FF2B5EF4-FFF2-40B4-BE49-F238E27FC236}">
                  <a16:creationId xmlns:a16="http://schemas.microsoft.com/office/drawing/2014/main" id="{C24129A8-2633-A139-4283-B51EC05ADDC8}"/>
                </a:ext>
              </a:extLst>
            </p:cNvPr>
            <p:cNvSpPr/>
            <p:nvPr/>
          </p:nvSpPr>
          <p:spPr>
            <a:xfrm>
              <a:off x="7237789" y="5472303"/>
              <a:ext cx="834400" cy="30777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ED12D0A-C1A8-A361-A71B-DEC736922263}"/>
                </a:ext>
              </a:extLst>
            </p:cNvPr>
            <p:cNvGrpSpPr/>
            <p:nvPr/>
          </p:nvGrpSpPr>
          <p:grpSpPr>
            <a:xfrm>
              <a:off x="959146" y="5432173"/>
              <a:ext cx="2634816" cy="893443"/>
              <a:chOff x="959146" y="5432173"/>
              <a:chExt cx="2634816" cy="893443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D83DEB2-B6E7-BDE7-E7F5-C14B9B6CAF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769" y="5537069"/>
                <a:ext cx="0" cy="171450"/>
              </a:xfrm>
              <a:prstGeom prst="line">
                <a:avLst/>
              </a:prstGeom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159718BB-BC80-98BB-38A7-0FC496124E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5910" y="5616839"/>
                <a:ext cx="1721288" cy="0"/>
              </a:xfrm>
              <a:prstGeom prst="line">
                <a:avLst/>
              </a:prstGeom>
              <a:ln>
                <a:solidFill>
                  <a:srgbClr val="E7632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299412F0-D51A-2637-4045-6F59D86466D3}"/>
                      </a:ext>
                    </a:extLst>
                  </p:cNvPr>
                  <p:cNvSpPr txBox="1"/>
                  <p:nvPr/>
                </p:nvSpPr>
                <p:spPr>
                  <a:xfrm>
                    <a:off x="959146" y="5432173"/>
                    <a:ext cx="40807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0⟩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299412F0-D51A-2637-4045-6F59D86466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9146" y="5432173"/>
                    <a:ext cx="408071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478" r="-19403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667B784B-DAFF-F006-6511-1C88D1BBDBA0}"/>
                      </a:ext>
                    </a:extLst>
                  </p:cNvPr>
                  <p:cNvSpPr txBox="1"/>
                  <p:nvPr/>
                </p:nvSpPr>
                <p:spPr>
                  <a:xfrm>
                    <a:off x="3185891" y="5432173"/>
                    <a:ext cx="40807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1⟩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667B784B-DAFF-F006-6511-1C88D1BBDB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85891" y="5432173"/>
                    <a:ext cx="40807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4478" r="-19403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4EF6E9E8-654E-40AE-66BC-6468BA331D1E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952" y="5788289"/>
                    <a:ext cx="2471204" cy="53732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E7632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400" b="0" i="1" smtClean="0">
                                      <a:solidFill>
                                        <a:srgbClr val="E7632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E7632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E7632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E7632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rgbClr val="E7632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E7632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400" b="0" i="1" smtClean="0">
                                      <a:solidFill>
                                        <a:srgbClr val="E7632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E7632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1400" b="0" i="1" smtClean="0">
                              <a:solidFill>
                                <a:srgbClr val="E76321"/>
                              </a:solidFill>
                              <a:latin typeface="Cambria Math" panose="02040503050406030204" pitchFamily="18" charset="0"/>
                            </a:rPr>
                            <m:t> (|0⟩+</m:t>
                          </m:r>
                          <m:r>
                            <a:rPr lang="en-US" sz="1400" i="1" smtClean="0">
                              <a:solidFill>
                                <a:srgbClr val="E7632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solidFill>
                                <a:srgbClr val="E76321"/>
                              </a:solidFill>
                              <a:latin typeface="Cambria Math" panose="02040503050406030204" pitchFamily="18" charset="0"/>
                            </a:rPr>
                            <m:t>1⟩)</m:t>
                          </m:r>
                        </m:oMath>
                      </m:oMathPara>
                    </a14:m>
                    <a:endParaRPr lang="en-IN" sz="1400" dirty="0">
                      <a:solidFill>
                        <a:srgbClr val="E7632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4EF6E9E8-654E-40AE-66BC-6468BA331D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952" y="5788289"/>
                    <a:ext cx="2471204" cy="53732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AD71F06-10B5-D69F-AFD0-50EF3EACCA6B}"/>
                  </a:ext>
                </a:extLst>
              </p:cNvPr>
              <p:cNvSpPr/>
              <p:nvPr/>
            </p:nvSpPr>
            <p:spPr>
              <a:xfrm>
                <a:off x="2212291" y="5581397"/>
                <a:ext cx="84957" cy="84957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0D828EF-AF78-CA7E-CF3E-E20E5ECC5AA9}"/>
                </a:ext>
              </a:extLst>
            </p:cNvPr>
            <p:cNvGrpSpPr/>
            <p:nvPr/>
          </p:nvGrpSpPr>
          <p:grpSpPr>
            <a:xfrm>
              <a:off x="4050727" y="5432173"/>
              <a:ext cx="2634816" cy="698453"/>
              <a:chOff x="4050727" y="5432173"/>
              <a:chExt cx="2634816" cy="698453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9392CC7-4B82-8305-1265-6E984C3718CB}"/>
                  </a:ext>
                </a:extLst>
              </p:cNvPr>
              <p:cNvGrpSpPr/>
              <p:nvPr/>
            </p:nvGrpSpPr>
            <p:grpSpPr>
              <a:xfrm>
                <a:off x="4050727" y="5432173"/>
                <a:ext cx="2634816" cy="369332"/>
                <a:chOff x="749299" y="5358884"/>
                <a:chExt cx="2634816" cy="369332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490265F-C582-0603-FB4C-E00D381984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6063" y="5543550"/>
                  <a:ext cx="1721288" cy="0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71C21A3F-B9F6-15E3-698A-05B7139962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9299" y="5358884"/>
                      <a:ext cx="40807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0⟩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71C21A3F-B9F6-15E3-698A-05B71399622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9299" y="5358884"/>
                      <a:ext cx="408071" cy="3693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4478" r="-19403"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851618A5-25B2-E420-ED6C-51928E9963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76044" y="5358884"/>
                      <a:ext cx="40807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1⟩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851618A5-25B2-E420-ED6C-51928E9963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76044" y="5358884"/>
                      <a:ext cx="408071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4478" r="-19403"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5C065649-66D8-4DC7-85D2-7BC5B9CB5E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27351" y="5457825"/>
                  <a:ext cx="0" cy="171450"/>
                </a:xfrm>
                <a:prstGeom prst="line">
                  <a:avLst/>
                </a:prstGeom>
                <a:ln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E26F97CB-DA3C-1562-B7EA-7F3B4ED80532}"/>
                      </a:ext>
                    </a:extLst>
                  </p:cNvPr>
                  <p:cNvSpPr txBox="1"/>
                  <p:nvPr/>
                </p:nvSpPr>
                <p:spPr>
                  <a:xfrm>
                    <a:off x="4132533" y="5822849"/>
                    <a:ext cx="247120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=|1⟩</m:t>
                          </m:r>
                        </m:oMath>
                      </m:oMathPara>
                    </a14:m>
                    <a:endParaRPr lang="en-IN" sz="140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E26F97CB-DA3C-1562-B7EA-7F3B4ED805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2533" y="5822849"/>
                    <a:ext cx="2471204" cy="30777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26ACFEB3-C880-D146-DE84-209FA76A0CE2}"/>
                  </a:ext>
                </a:extLst>
              </p:cNvPr>
              <p:cNvSpPr/>
              <p:nvPr/>
            </p:nvSpPr>
            <p:spPr>
              <a:xfrm>
                <a:off x="6185918" y="5572800"/>
                <a:ext cx="84957" cy="84957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50AD59A-35EE-8185-22BD-CF954AC8DE49}"/>
                </a:ext>
              </a:extLst>
            </p:cNvPr>
            <p:cNvSpPr/>
            <p:nvPr/>
          </p:nvSpPr>
          <p:spPr>
            <a:xfrm>
              <a:off x="9650767" y="6250402"/>
              <a:ext cx="84957" cy="84957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38AF5922-7154-117B-549C-15E36CBB0AFA}"/>
                    </a:ext>
                  </a:extLst>
                </p:cNvPr>
                <p:cNvSpPr txBox="1"/>
                <p:nvPr/>
              </p:nvSpPr>
              <p:spPr>
                <a:xfrm>
                  <a:off x="6284179" y="4911816"/>
                  <a:ext cx="2280708" cy="4737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41806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200" b="0" i="1" smtClean="0">
                                    <a:solidFill>
                                      <a:srgbClr val="41806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solidFill>
                                      <a:srgbClr val="418064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41806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418064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41806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200" i="1">
                                    <a:solidFill>
                                      <a:srgbClr val="41806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>
                                    <a:solidFill>
                                      <a:srgbClr val="418064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</m:e>
                          <m:sub>
                            <m:r>
                              <a:rPr lang="en-US" sz="1200" i="1">
                                <a:solidFill>
                                  <a:srgbClr val="41806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418064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200" b="0" i="1" smtClean="0">
                                <a:solidFill>
                                  <a:srgbClr val="41806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solidFill>
                                  <a:srgbClr val="41806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200" b="0" i="1" smtClean="0">
                                    <a:solidFill>
                                      <a:srgbClr val="41806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200" b="0" i="1" smtClean="0">
                                    <a:solidFill>
                                      <a:srgbClr val="41806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sz="1200" b="0" i="1" smtClean="0">
                            <a:solidFill>
                              <a:srgbClr val="418064"/>
                            </a:solidFill>
                            <a:latin typeface="Cambria Math" panose="02040503050406030204" pitchFamily="18" charset="0"/>
                          </a:rPr>
                          <m:t>(|01⟩+|11⟩)</m:t>
                        </m:r>
                      </m:oMath>
                    </m:oMathPara>
                  </a14:m>
                  <a:endParaRPr lang="en-IN" sz="1200" dirty="0">
                    <a:solidFill>
                      <a:srgbClr val="418064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38AF5922-7154-117B-549C-15E36CBB0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4179" y="4911816"/>
                  <a:ext cx="2280708" cy="47378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70061E0-9E54-A9D2-3891-F6B329C03F17}"/>
                    </a:ext>
                  </a:extLst>
                </p:cNvPr>
                <p:cNvSpPr txBox="1"/>
                <p:nvPr/>
              </p:nvSpPr>
              <p:spPr>
                <a:xfrm>
                  <a:off x="8571595" y="4664518"/>
                  <a:ext cx="4080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00⟩</m:t>
                        </m:r>
                      </m:oMath>
                    </m:oMathPara>
                  </a14:m>
                  <a:endParaRPr lang="en-IN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70061E0-9E54-A9D2-3891-F6B329C03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1595" y="4664518"/>
                  <a:ext cx="408071" cy="307777"/>
                </a:xfrm>
                <a:prstGeom prst="rect">
                  <a:avLst/>
                </a:prstGeom>
                <a:blipFill>
                  <a:blip r:embed="rId19"/>
                  <a:stretch>
                    <a:fillRect r="-17910" b="-588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7263F39-3941-E82D-97DD-C51199F5141E}"/>
                    </a:ext>
                  </a:extLst>
                </p:cNvPr>
                <p:cNvSpPr txBox="1"/>
                <p:nvPr/>
              </p:nvSpPr>
              <p:spPr>
                <a:xfrm>
                  <a:off x="10337991" y="4664518"/>
                  <a:ext cx="4080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10⟩</m:t>
                        </m:r>
                      </m:oMath>
                    </m:oMathPara>
                  </a14:m>
                  <a:endParaRPr lang="en-IN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7263F39-3941-E82D-97DD-C51199F51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7991" y="4664518"/>
                  <a:ext cx="408071" cy="307777"/>
                </a:xfrm>
                <a:prstGeom prst="rect">
                  <a:avLst/>
                </a:prstGeom>
                <a:blipFill>
                  <a:blip r:embed="rId20"/>
                  <a:stretch>
                    <a:fillRect r="-19403" b="-588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E0C968D-E92B-A462-ABAF-51A641B629A3}"/>
                    </a:ext>
                  </a:extLst>
                </p:cNvPr>
                <p:cNvSpPr txBox="1"/>
                <p:nvPr/>
              </p:nvSpPr>
              <p:spPr>
                <a:xfrm>
                  <a:off x="10373203" y="6197047"/>
                  <a:ext cx="4080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11⟩</m:t>
                        </m:r>
                      </m:oMath>
                    </m:oMathPara>
                  </a14:m>
                  <a:endParaRPr lang="en-IN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E0C968D-E92B-A462-ABAF-51A641B62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3203" y="6197047"/>
                  <a:ext cx="408071" cy="307777"/>
                </a:xfrm>
                <a:prstGeom prst="rect">
                  <a:avLst/>
                </a:prstGeom>
                <a:blipFill>
                  <a:blip r:embed="rId21"/>
                  <a:stretch>
                    <a:fillRect r="-19403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94DB19D-2CDE-F7F5-816E-697C84F167D8}"/>
                    </a:ext>
                  </a:extLst>
                </p:cNvPr>
                <p:cNvSpPr txBox="1"/>
                <p:nvPr/>
              </p:nvSpPr>
              <p:spPr>
                <a:xfrm>
                  <a:off x="8538318" y="6197047"/>
                  <a:ext cx="4080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01⟩</m:t>
                        </m:r>
                      </m:oMath>
                    </m:oMathPara>
                  </a14:m>
                  <a:endParaRPr lang="en-IN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94DB19D-2CDE-F7F5-816E-697C84F167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8318" y="6197047"/>
                  <a:ext cx="408071" cy="307777"/>
                </a:xfrm>
                <a:prstGeom prst="rect">
                  <a:avLst/>
                </a:prstGeom>
                <a:blipFill>
                  <a:blip r:embed="rId22"/>
                  <a:stretch>
                    <a:fillRect r="-19403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16DE8EAF-2341-E113-F700-005E092CAB1E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Multi-Qubit States</a:t>
            </a:r>
            <a:endParaRPr lang="en-IN" sz="28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7688A7-B9D9-D6D9-FBD8-61E81F01071F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630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26">
            <a:extLst>
              <a:ext uri="{FF2B5EF4-FFF2-40B4-BE49-F238E27FC236}">
                <a16:creationId xmlns:a16="http://schemas.microsoft.com/office/drawing/2014/main" id="{B648B287-8A92-98DC-EADE-6E3356F6BE12}"/>
              </a:ext>
            </a:extLst>
          </p:cNvPr>
          <p:cNvSpPr txBox="1"/>
          <p:nvPr/>
        </p:nvSpPr>
        <p:spPr>
          <a:xfrm>
            <a:off x="462455" y="1175040"/>
            <a:ext cx="114562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Naïve Approach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simplest approach to multi-qubit computation is treating each qubit as a single qubit system. In this scenario, we apply the gates normally and compute the final probability as a product of both measurements.</a:t>
            </a:r>
          </a:p>
        </p:txBody>
      </p: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1E9AF681-FC27-F908-38C6-8A7AED3B3F0C}"/>
              </a:ext>
            </a:extLst>
          </p:cNvPr>
          <p:cNvGrpSpPr/>
          <p:nvPr/>
        </p:nvGrpSpPr>
        <p:grpSpPr>
          <a:xfrm>
            <a:off x="962258" y="1928853"/>
            <a:ext cx="2485793" cy="2094692"/>
            <a:chOff x="1032108" y="1549715"/>
            <a:chExt cx="2485793" cy="2094692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CF821C1F-2122-F535-55FB-56ACF0863C9D}"/>
                </a:ext>
              </a:extLst>
            </p:cNvPr>
            <p:cNvGrpSpPr/>
            <p:nvPr/>
          </p:nvGrpSpPr>
          <p:grpSpPr>
            <a:xfrm>
              <a:off x="1032108" y="2043940"/>
              <a:ext cx="2485793" cy="1128159"/>
              <a:chOff x="809858" y="1758190"/>
              <a:chExt cx="2485793" cy="1128159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6" name="Ink 5">
                    <a:extLst>
                      <a:ext uri="{FF2B5EF4-FFF2-40B4-BE49-F238E27FC236}">
                        <a16:creationId xmlns:a16="http://schemas.microsoft.com/office/drawing/2014/main" id="{29F6579F-0DA4-5A6E-802B-0CFE617CFFCB}"/>
                      </a:ext>
                    </a:extLst>
                  </p14:cNvPr>
                  <p14:cNvContentPartPr/>
                  <p14:nvPr/>
                </p14:nvContentPartPr>
                <p14:xfrm>
                  <a:off x="1141680" y="1957410"/>
                  <a:ext cx="1779320" cy="360"/>
                </p14:xfrm>
              </p:contentPart>
            </mc:Choice>
            <mc:Fallback xmlns="">
              <p:pic>
                <p:nvPicPr>
                  <p:cNvPr id="6" name="Ink 5">
                    <a:extLst>
                      <a:ext uri="{FF2B5EF4-FFF2-40B4-BE49-F238E27FC236}">
                        <a16:creationId xmlns:a16="http://schemas.microsoft.com/office/drawing/2014/main" id="{29F6579F-0DA4-5A6E-802B-0CFE617CFFCB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132681" y="1948770"/>
                    <a:ext cx="1796958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E711DE14-42B8-02D2-D9CA-72DD5A08E8A2}"/>
                      </a:ext>
                    </a:extLst>
                  </p14:cNvPr>
                  <p14:cNvContentPartPr/>
                  <p14:nvPr/>
                </p14:nvContentPartPr>
                <p14:xfrm>
                  <a:off x="1173720" y="2687130"/>
                  <a:ext cx="1747280" cy="360"/>
                </p14:xfrm>
              </p:contentPart>
            </mc:Choice>
            <mc:Fallback xmlns="">
              <p:pic>
                <p:nvPicPr>
                  <p:cNvPr id="7" name="Ink 6">
                    <a:extLst>
                      <a:ext uri="{FF2B5EF4-FFF2-40B4-BE49-F238E27FC236}">
                        <a16:creationId xmlns:a16="http://schemas.microsoft.com/office/drawing/2014/main" id="{E711DE14-42B8-02D2-D9CA-72DD5A08E8A2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164721" y="2678490"/>
                    <a:ext cx="1764918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C5D215A3-59B7-2401-6341-5BEF301C4BC3}"/>
                      </a:ext>
                    </a:extLst>
                  </p:cNvPr>
                  <p:cNvSpPr/>
                  <p:nvPr/>
                </p:nvSpPr>
                <p:spPr>
                  <a:xfrm>
                    <a:off x="1403910" y="1758190"/>
                    <a:ext cx="398440" cy="3984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IN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C5D215A3-59B7-2401-6341-5BEF301C4BC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3910" y="1758190"/>
                    <a:ext cx="398440" cy="39844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C3133F6-AAA9-59A2-0A9A-A4E46CF9A52C}"/>
                      </a:ext>
                    </a:extLst>
                  </p:cNvPr>
                  <p:cNvSpPr txBox="1"/>
                  <p:nvPr/>
                </p:nvSpPr>
                <p:spPr>
                  <a:xfrm>
                    <a:off x="809858" y="1818910"/>
                    <a:ext cx="33182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|0⟩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C3133F6-AAA9-59A2-0A9A-A4E46CF9A5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858" y="1818910"/>
                    <a:ext cx="331822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5926" t="-2174" r="-27778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3EF3C3C6-E9CA-3E16-B942-C58439A195E9}"/>
                      </a:ext>
                    </a:extLst>
                  </p:cNvPr>
                  <p:cNvSpPr txBox="1"/>
                  <p:nvPr/>
                </p:nvSpPr>
                <p:spPr>
                  <a:xfrm>
                    <a:off x="809858" y="2548630"/>
                    <a:ext cx="33182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|0⟩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3EF3C3C6-E9CA-3E16-B942-C58439A195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858" y="2548630"/>
                    <a:ext cx="331822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926" t="-2174" r="-27778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74FB7EF6-7D3A-FD9D-CD5B-B794EA97EF01}"/>
                      </a:ext>
                    </a:extLst>
                  </p:cNvPr>
                  <p:cNvSpPr/>
                  <p:nvPr/>
                </p:nvSpPr>
                <p:spPr>
                  <a:xfrm>
                    <a:off x="1403910" y="2487909"/>
                    <a:ext cx="398440" cy="3984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IN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74FB7EF6-7D3A-FD9D-CD5B-B794EA97EF0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3910" y="2487909"/>
                    <a:ext cx="398440" cy="39844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1E027C58-85FA-5D2A-054F-E3D33BBB58DE}"/>
                      </a:ext>
                    </a:extLst>
                  </p:cNvPr>
                  <p:cNvSpPr/>
                  <p:nvPr/>
                </p:nvSpPr>
                <p:spPr>
                  <a:xfrm>
                    <a:off x="2133880" y="1758190"/>
                    <a:ext cx="398440" cy="3984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en-IN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1E027C58-85FA-5D2A-054F-E3D33BBB58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3880" y="1758190"/>
                    <a:ext cx="398440" cy="39844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12E1DCCE-32D1-E409-6000-1CDC92F60C36}"/>
                      </a:ext>
                    </a:extLst>
                  </p:cNvPr>
                  <p:cNvSpPr/>
                  <p:nvPr/>
                </p:nvSpPr>
                <p:spPr>
                  <a:xfrm>
                    <a:off x="2133880" y="2487909"/>
                    <a:ext cx="398440" cy="3984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IN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12E1DCCE-32D1-E409-6000-1CDC92F60C3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3880" y="2487909"/>
                    <a:ext cx="398440" cy="39844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CB74C8F2-4E72-74DA-9CCE-C6507FC9B568}"/>
                  </a:ext>
                </a:extLst>
              </p:cNvPr>
              <p:cNvGrpSpPr/>
              <p:nvPr/>
            </p:nvGrpSpPr>
            <p:grpSpPr>
              <a:xfrm>
                <a:off x="2729579" y="1787150"/>
                <a:ext cx="566072" cy="340518"/>
                <a:chOff x="5736430" y="3122613"/>
                <a:chExt cx="714375" cy="340518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1C672BE3-62A0-EA43-C802-999D7C11C878}"/>
                    </a:ext>
                  </a:extLst>
                </p:cNvPr>
                <p:cNvSpPr/>
                <p:nvPr/>
              </p:nvSpPr>
              <p:spPr>
                <a:xfrm>
                  <a:off x="5736430" y="3122613"/>
                  <a:ext cx="714375" cy="34051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F7C45E83-782A-92E9-F598-15E4F1534DAC}"/>
                    </a:ext>
                  </a:extLst>
                </p:cNvPr>
                <p:cNvSpPr/>
                <p:nvPr/>
              </p:nvSpPr>
              <p:spPr>
                <a:xfrm>
                  <a:off x="5837237" y="3183675"/>
                  <a:ext cx="496234" cy="215167"/>
                </a:xfrm>
                <a:custGeom>
                  <a:avLst/>
                  <a:gdLst>
                    <a:gd name="connsiteX0" fmla="*/ 0 w 1524000"/>
                    <a:gd name="connsiteY0" fmla="*/ 279492 h 304892"/>
                    <a:gd name="connsiteX1" fmla="*/ 762000 w 1524000"/>
                    <a:gd name="connsiteY1" fmla="*/ 92 h 304892"/>
                    <a:gd name="connsiteX2" fmla="*/ 1524000 w 1524000"/>
                    <a:gd name="connsiteY2" fmla="*/ 304892 h 304892"/>
                    <a:gd name="connsiteX0" fmla="*/ 0 w 1524000"/>
                    <a:gd name="connsiteY0" fmla="*/ 184383 h 209783"/>
                    <a:gd name="connsiteX1" fmla="*/ 746658 w 1524000"/>
                    <a:gd name="connsiteY1" fmla="*/ 261 h 209783"/>
                    <a:gd name="connsiteX2" fmla="*/ 1524000 w 1524000"/>
                    <a:gd name="connsiteY2" fmla="*/ 209783 h 209783"/>
                    <a:gd name="connsiteX0" fmla="*/ 0 w 1236333"/>
                    <a:gd name="connsiteY0" fmla="*/ 336635 h 336635"/>
                    <a:gd name="connsiteX1" fmla="*/ 458991 w 1236333"/>
                    <a:gd name="connsiteY1" fmla="*/ 67 h 336635"/>
                    <a:gd name="connsiteX2" fmla="*/ 1236333 w 1236333"/>
                    <a:gd name="connsiteY2" fmla="*/ 209589 h 336635"/>
                    <a:gd name="connsiteX0" fmla="*/ 0 w 1236333"/>
                    <a:gd name="connsiteY0" fmla="*/ 336739 h 336739"/>
                    <a:gd name="connsiteX1" fmla="*/ 458991 w 1236333"/>
                    <a:gd name="connsiteY1" fmla="*/ 171 h 336739"/>
                    <a:gd name="connsiteX2" fmla="*/ 1236333 w 1236333"/>
                    <a:gd name="connsiteY2" fmla="*/ 209693 h 336739"/>
                    <a:gd name="connsiteX0" fmla="*/ 0 w 737710"/>
                    <a:gd name="connsiteY0" fmla="*/ 336739 h 346894"/>
                    <a:gd name="connsiteX1" fmla="*/ 458991 w 737710"/>
                    <a:gd name="connsiteY1" fmla="*/ 171 h 346894"/>
                    <a:gd name="connsiteX2" fmla="*/ 737710 w 737710"/>
                    <a:gd name="connsiteY2" fmla="*/ 346894 h 346894"/>
                    <a:gd name="connsiteX0" fmla="*/ 0 w 738519"/>
                    <a:gd name="connsiteY0" fmla="*/ 336739 h 346894"/>
                    <a:gd name="connsiteX1" fmla="*/ 458991 w 738519"/>
                    <a:gd name="connsiteY1" fmla="*/ 171 h 346894"/>
                    <a:gd name="connsiteX2" fmla="*/ 737710 w 738519"/>
                    <a:gd name="connsiteY2" fmla="*/ 346894 h 346894"/>
                    <a:gd name="connsiteX0" fmla="*/ 0 w 856836"/>
                    <a:gd name="connsiteY0" fmla="*/ 336739 h 339271"/>
                    <a:gd name="connsiteX1" fmla="*/ 458991 w 856836"/>
                    <a:gd name="connsiteY1" fmla="*/ 171 h 339271"/>
                    <a:gd name="connsiteX2" fmla="*/ 856614 w 856836"/>
                    <a:gd name="connsiteY2" fmla="*/ 339271 h 339271"/>
                    <a:gd name="connsiteX0" fmla="*/ 0 w 856836"/>
                    <a:gd name="connsiteY0" fmla="*/ 336805 h 339337"/>
                    <a:gd name="connsiteX1" fmla="*/ 458991 w 856836"/>
                    <a:gd name="connsiteY1" fmla="*/ 237 h 339337"/>
                    <a:gd name="connsiteX2" fmla="*/ 856614 w 856836"/>
                    <a:gd name="connsiteY2" fmla="*/ 339337 h 339337"/>
                    <a:gd name="connsiteX0" fmla="*/ 0 w 810809"/>
                    <a:gd name="connsiteY0" fmla="*/ 333008 h 339351"/>
                    <a:gd name="connsiteX1" fmla="*/ 412964 w 810809"/>
                    <a:gd name="connsiteY1" fmla="*/ 251 h 339351"/>
                    <a:gd name="connsiteX2" fmla="*/ 810587 w 810809"/>
                    <a:gd name="connsiteY2" fmla="*/ 339351 h 339351"/>
                    <a:gd name="connsiteX0" fmla="*/ 0 w 810809"/>
                    <a:gd name="connsiteY0" fmla="*/ 332968 h 339311"/>
                    <a:gd name="connsiteX1" fmla="*/ 412964 w 810809"/>
                    <a:gd name="connsiteY1" fmla="*/ 211 h 339311"/>
                    <a:gd name="connsiteX2" fmla="*/ 810587 w 810809"/>
                    <a:gd name="connsiteY2" fmla="*/ 339311 h 339311"/>
                    <a:gd name="connsiteX0" fmla="*/ 0 w 749440"/>
                    <a:gd name="connsiteY0" fmla="*/ 329169 h 339322"/>
                    <a:gd name="connsiteX1" fmla="*/ 351595 w 749440"/>
                    <a:gd name="connsiteY1" fmla="*/ 222 h 339322"/>
                    <a:gd name="connsiteX2" fmla="*/ 749218 w 749440"/>
                    <a:gd name="connsiteY2" fmla="*/ 339322 h 339322"/>
                    <a:gd name="connsiteX0" fmla="*/ 0 w 795467"/>
                    <a:gd name="connsiteY0" fmla="*/ 351977 h 351977"/>
                    <a:gd name="connsiteX1" fmla="*/ 397622 w 795467"/>
                    <a:gd name="connsiteY1" fmla="*/ 164 h 351977"/>
                    <a:gd name="connsiteX2" fmla="*/ 795245 w 795467"/>
                    <a:gd name="connsiteY2" fmla="*/ 339264 h 351977"/>
                    <a:gd name="connsiteX0" fmla="*/ 0 w 841494"/>
                    <a:gd name="connsiteY0" fmla="*/ 355782 h 355781"/>
                    <a:gd name="connsiteX1" fmla="*/ 443649 w 841494"/>
                    <a:gd name="connsiteY1" fmla="*/ 158 h 355781"/>
                    <a:gd name="connsiteX2" fmla="*/ 841272 w 841494"/>
                    <a:gd name="connsiteY2" fmla="*/ 339258 h 355781"/>
                    <a:gd name="connsiteX0" fmla="*/ 0 w 799304"/>
                    <a:gd name="connsiteY0" fmla="*/ 344370 h 344370"/>
                    <a:gd name="connsiteX1" fmla="*/ 401459 w 799304"/>
                    <a:gd name="connsiteY1" fmla="*/ 179 h 344370"/>
                    <a:gd name="connsiteX2" fmla="*/ 799082 w 799304"/>
                    <a:gd name="connsiteY2" fmla="*/ 339279 h 344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99304" h="344370">
                      <a:moveTo>
                        <a:pt x="0" y="344370"/>
                      </a:moveTo>
                      <a:cubicBezTo>
                        <a:pt x="20033" y="65349"/>
                        <a:pt x="147459" y="-4054"/>
                        <a:pt x="401459" y="179"/>
                      </a:cubicBezTo>
                      <a:cubicBezTo>
                        <a:pt x="655459" y="4412"/>
                        <a:pt x="805900" y="108962"/>
                        <a:pt x="799082" y="33927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15" name="Straight Arrow Connector 114">
                  <a:extLst>
                    <a:ext uri="{FF2B5EF4-FFF2-40B4-BE49-F238E27FC236}">
                      <a16:creationId xmlns:a16="http://schemas.microsoft.com/office/drawing/2014/main" id="{2BD9C5DB-B7D9-3AFA-969C-FBB2C36C1E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86434" y="3196375"/>
                  <a:ext cx="109566" cy="21516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47AA6968-7B7F-77DD-619B-77D54C7ADC3F}"/>
                  </a:ext>
                </a:extLst>
              </p:cNvPr>
              <p:cNvGrpSpPr/>
              <p:nvPr/>
            </p:nvGrpSpPr>
            <p:grpSpPr>
              <a:xfrm>
                <a:off x="2729579" y="2516870"/>
                <a:ext cx="566072" cy="340518"/>
                <a:chOff x="5736430" y="3122613"/>
                <a:chExt cx="714375" cy="340518"/>
              </a:xfrm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8031A62-69BF-37FC-F997-97C164684AFF}"/>
                    </a:ext>
                  </a:extLst>
                </p:cNvPr>
                <p:cNvSpPr/>
                <p:nvPr/>
              </p:nvSpPr>
              <p:spPr>
                <a:xfrm>
                  <a:off x="5736430" y="3122613"/>
                  <a:ext cx="714375" cy="34051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24" name="Freeform: Shape 123">
                  <a:extLst>
                    <a:ext uri="{FF2B5EF4-FFF2-40B4-BE49-F238E27FC236}">
                      <a16:creationId xmlns:a16="http://schemas.microsoft.com/office/drawing/2014/main" id="{9333E049-087B-63A2-9E60-E8245819B38F}"/>
                    </a:ext>
                  </a:extLst>
                </p:cNvPr>
                <p:cNvSpPr/>
                <p:nvPr/>
              </p:nvSpPr>
              <p:spPr>
                <a:xfrm>
                  <a:off x="5837237" y="3183675"/>
                  <a:ext cx="496234" cy="215167"/>
                </a:xfrm>
                <a:custGeom>
                  <a:avLst/>
                  <a:gdLst>
                    <a:gd name="connsiteX0" fmla="*/ 0 w 1524000"/>
                    <a:gd name="connsiteY0" fmla="*/ 279492 h 304892"/>
                    <a:gd name="connsiteX1" fmla="*/ 762000 w 1524000"/>
                    <a:gd name="connsiteY1" fmla="*/ 92 h 304892"/>
                    <a:gd name="connsiteX2" fmla="*/ 1524000 w 1524000"/>
                    <a:gd name="connsiteY2" fmla="*/ 304892 h 304892"/>
                    <a:gd name="connsiteX0" fmla="*/ 0 w 1524000"/>
                    <a:gd name="connsiteY0" fmla="*/ 184383 h 209783"/>
                    <a:gd name="connsiteX1" fmla="*/ 746658 w 1524000"/>
                    <a:gd name="connsiteY1" fmla="*/ 261 h 209783"/>
                    <a:gd name="connsiteX2" fmla="*/ 1524000 w 1524000"/>
                    <a:gd name="connsiteY2" fmla="*/ 209783 h 209783"/>
                    <a:gd name="connsiteX0" fmla="*/ 0 w 1236333"/>
                    <a:gd name="connsiteY0" fmla="*/ 336635 h 336635"/>
                    <a:gd name="connsiteX1" fmla="*/ 458991 w 1236333"/>
                    <a:gd name="connsiteY1" fmla="*/ 67 h 336635"/>
                    <a:gd name="connsiteX2" fmla="*/ 1236333 w 1236333"/>
                    <a:gd name="connsiteY2" fmla="*/ 209589 h 336635"/>
                    <a:gd name="connsiteX0" fmla="*/ 0 w 1236333"/>
                    <a:gd name="connsiteY0" fmla="*/ 336739 h 336739"/>
                    <a:gd name="connsiteX1" fmla="*/ 458991 w 1236333"/>
                    <a:gd name="connsiteY1" fmla="*/ 171 h 336739"/>
                    <a:gd name="connsiteX2" fmla="*/ 1236333 w 1236333"/>
                    <a:gd name="connsiteY2" fmla="*/ 209693 h 336739"/>
                    <a:gd name="connsiteX0" fmla="*/ 0 w 737710"/>
                    <a:gd name="connsiteY0" fmla="*/ 336739 h 346894"/>
                    <a:gd name="connsiteX1" fmla="*/ 458991 w 737710"/>
                    <a:gd name="connsiteY1" fmla="*/ 171 h 346894"/>
                    <a:gd name="connsiteX2" fmla="*/ 737710 w 737710"/>
                    <a:gd name="connsiteY2" fmla="*/ 346894 h 346894"/>
                    <a:gd name="connsiteX0" fmla="*/ 0 w 738519"/>
                    <a:gd name="connsiteY0" fmla="*/ 336739 h 346894"/>
                    <a:gd name="connsiteX1" fmla="*/ 458991 w 738519"/>
                    <a:gd name="connsiteY1" fmla="*/ 171 h 346894"/>
                    <a:gd name="connsiteX2" fmla="*/ 737710 w 738519"/>
                    <a:gd name="connsiteY2" fmla="*/ 346894 h 346894"/>
                    <a:gd name="connsiteX0" fmla="*/ 0 w 856836"/>
                    <a:gd name="connsiteY0" fmla="*/ 336739 h 339271"/>
                    <a:gd name="connsiteX1" fmla="*/ 458991 w 856836"/>
                    <a:gd name="connsiteY1" fmla="*/ 171 h 339271"/>
                    <a:gd name="connsiteX2" fmla="*/ 856614 w 856836"/>
                    <a:gd name="connsiteY2" fmla="*/ 339271 h 339271"/>
                    <a:gd name="connsiteX0" fmla="*/ 0 w 856836"/>
                    <a:gd name="connsiteY0" fmla="*/ 336805 h 339337"/>
                    <a:gd name="connsiteX1" fmla="*/ 458991 w 856836"/>
                    <a:gd name="connsiteY1" fmla="*/ 237 h 339337"/>
                    <a:gd name="connsiteX2" fmla="*/ 856614 w 856836"/>
                    <a:gd name="connsiteY2" fmla="*/ 339337 h 339337"/>
                    <a:gd name="connsiteX0" fmla="*/ 0 w 810809"/>
                    <a:gd name="connsiteY0" fmla="*/ 333008 h 339351"/>
                    <a:gd name="connsiteX1" fmla="*/ 412964 w 810809"/>
                    <a:gd name="connsiteY1" fmla="*/ 251 h 339351"/>
                    <a:gd name="connsiteX2" fmla="*/ 810587 w 810809"/>
                    <a:gd name="connsiteY2" fmla="*/ 339351 h 339351"/>
                    <a:gd name="connsiteX0" fmla="*/ 0 w 810809"/>
                    <a:gd name="connsiteY0" fmla="*/ 332968 h 339311"/>
                    <a:gd name="connsiteX1" fmla="*/ 412964 w 810809"/>
                    <a:gd name="connsiteY1" fmla="*/ 211 h 339311"/>
                    <a:gd name="connsiteX2" fmla="*/ 810587 w 810809"/>
                    <a:gd name="connsiteY2" fmla="*/ 339311 h 339311"/>
                    <a:gd name="connsiteX0" fmla="*/ 0 w 749440"/>
                    <a:gd name="connsiteY0" fmla="*/ 329169 h 339322"/>
                    <a:gd name="connsiteX1" fmla="*/ 351595 w 749440"/>
                    <a:gd name="connsiteY1" fmla="*/ 222 h 339322"/>
                    <a:gd name="connsiteX2" fmla="*/ 749218 w 749440"/>
                    <a:gd name="connsiteY2" fmla="*/ 339322 h 339322"/>
                    <a:gd name="connsiteX0" fmla="*/ 0 w 795467"/>
                    <a:gd name="connsiteY0" fmla="*/ 351977 h 351977"/>
                    <a:gd name="connsiteX1" fmla="*/ 397622 w 795467"/>
                    <a:gd name="connsiteY1" fmla="*/ 164 h 351977"/>
                    <a:gd name="connsiteX2" fmla="*/ 795245 w 795467"/>
                    <a:gd name="connsiteY2" fmla="*/ 339264 h 351977"/>
                    <a:gd name="connsiteX0" fmla="*/ 0 w 841494"/>
                    <a:gd name="connsiteY0" fmla="*/ 355782 h 355781"/>
                    <a:gd name="connsiteX1" fmla="*/ 443649 w 841494"/>
                    <a:gd name="connsiteY1" fmla="*/ 158 h 355781"/>
                    <a:gd name="connsiteX2" fmla="*/ 841272 w 841494"/>
                    <a:gd name="connsiteY2" fmla="*/ 339258 h 355781"/>
                    <a:gd name="connsiteX0" fmla="*/ 0 w 799304"/>
                    <a:gd name="connsiteY0" fmla="*/ 344370 h 344370"/>
                    <a:gd name="connsiteX1" fmla="*/ 401459 w 799304"/>
                    <a:gd name="connsiteY1" fmla="*/ 179 h 344370"/>
                    <a:gd name="connsiteX2" fmla="*/ 799082 w 799304"/>
                    <a:gd name="connsiteY2" fmla="*/ 339279 h 344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99304" h="344370">
                      <a:moveTo>
                        <a:pt x="0" y="344370"/>
                      </a:moveTo>
                      <a:cubicBezTo>
                        <a:pt x="20033" y="65349"/>
                        <a:pt x="147459" y="-4054"/>
                        <a:pt x="401459" y="179"/>
                      </a:cubicBezTo>
                      <a:cubicBezTo>
                        <a:pt x="655459" y="4412"/>
                        <a:pt x="805900" y="108962"/>
                        <a:pt x="799082" y="33927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8757249E-6D53-BB83-8093-8C0EC00D10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86434" y="3196375"/>
                  <a:ext cx="109566" cy="21516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9BB247DD-3B20-6F0D-2DC1-6203153C39A8}"/>
                </a:ext>
              </a:extLst>
            </p:cNvPr>
            <p:cNvCxnSpPr/>
            <p:nvPr/>
          </p:nvCxnSpPr>
          <p:spPr>
            <a:xfrm>
              <a:off x="2184400" y="1835150"/>
              <a:ext cx="0" cy="152400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FBA29CB-C0D8-9F13-EC7C-D82221C6D951}"/>
                </a:ext>
              </a:extLst>
            </p:cNvPr>
            <p:cNvCxnSpPr/>
            <p:nvPr/>
          </p:nvCxnSpPr>
          <p:spPr>
            <a:xfrm>
              <a:off x="2863850" y="1835150"/>
              <a:ext cx="0" cy="152400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20A65CA6-3FD2-3D52-8BA6-CE559ABC8812}"/>
                </a:ext>
              </a:extLst>
            </p:cNvPr>
            <p:cNvSpPr/>
            <p:nvPr/>
          </p:nvSpPr>
          <p:spPr>
            <a:xfrm>
              <a:off x="2073454" y="1549893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3278636C-955A-D7F8-0458-2A4514BCC203}"/>
                </a:ext>
              </a:extLst>
            </p:cNvPr>
            <p:cNvSpPr/>
            <p:nvPr/>
          </p:nvSpPr>
          <p:spPr>
            <a:xfrm>
              <a:off x="2073454" y="3422516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A21A1DAD-41D4-2825-4B58-F43B0B46D719}"/>
                </a:ext>
              </a:extLst>
            </p:cNvPr>
            <p:cNvSpPr/>
            <p:nvPr/>
          </p:nvSpPr>
          <p:spPr>
            <a:xfrm>
              <a:off x="2754570" y="3422516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3A52E102-69D2-B901-6D35-B34D2872A6BD}"/>
                </a:ext>
              </a:extLst>
            </p:cNvPr>
            <p:cNvSpPr/>
            <p:nvPr/>
          </p:nvSpPr>
          <p:spPr>
            <a:xfrm>
              <a:off x="2754570" y="1549715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DC4EBCFF-6196-0D5B-F170-49630865731E}"/>
                  </a:ext>
                </a:extLst>
              </p14:cNvPr>
              <p14:cNvContentPartPr/>
              <p14:nvPr/>
            </p14:nvContentPartPr>
            <p14:xfrm>
              <a:off x="12563120" y="6732110"/>
              <a:ext cx="13320" cy="4716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DC4EBCFF-6196-0D5B-F170-49630865731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554480" y="6723470"/>
                <a:ext cx="309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FA5EDE36-3E5B-F9E1-4DD4-018CCB12ECA9}"/>
                  </a:ext>
                </a:extLst>
              </p14:cNvPr>
              <p14:cNvContentPartPr/>
              <p14:nvPr/>
            </p14:nvContentPartPr>
            <p14:xfrm>
              <a:off x="11957340" y="5013780"/>
              <a:ext cx="360" cy="36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FA5EDE36-3E5B-F9E1-4DD4-018CCB12ECA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948700" y="500514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8" name="Group 327">
            <a:extLst>
              <a:ext uri="{FF2B5EF4-FFF2-40B4-BE49-F238E27FC236}">
                <a16:creationId xmlns:a16="http://schemas.microsoft.com/office/drawing/2014/main" id="{F5EEE80B-4AF0-3017-C4A1-D29B0D5BD6AC}"/>
              </a:ext>
            </a:extLst>
          </p:cNvPr>
          <p:cNvGrpSpPr/>
          <p:nvPr/>
        </p:nvGrpSpPr>
        <p:grpSpPr>
          <a:xfrm>
            <a:off x="3916754" y="2358564"/>
            <a:ext cx="3781840" cy="1271640"/>
            <a:chOff x="3371028" y="2268478"/>
            <a:chExt cx="3781840" cy="1271640"/>
          </a:xfrm>
        </p:grpSpPr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8DB4A0B7-E305-888A-19CF-E604C29FB53E}"/>
                </a:ext>
              </a:extLst>
            </p:cNvPr>
            <p:cNvSpPr/>
            <p:nvPr/>
          </p:nvSpPr>
          <p:spPr>
            <a:xfrm>
              <a:off x="3371028" y="2450914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FBD4AC09-6D32-0808-6857-C9DA4AFE30AB}"/>
                </a:ext>
              </a:extLst>
            </p:cNvPr>
            <p:cNvSpPr/>
            <p:nvPr/>
          </p:nvSpPr>
          <p:spPr>
            <a:xfrm>
              <a:off x="5295368" y="2450914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CFDB5105-69AA-B6BB-09FA-B6955803DBFA}"/>
                </a:ext>
              </a:extLst>
            </p:cNvPr>
            <p:cNvSpPr/>
            <p:nvPr/>
          </p:nvSpPr>
          <p:spPr>
            <a:xfrm>
              <a:off x="5295368" y="3109359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A44AB228-AB9D-DD4D-8345-12E622A99BE5}"/>
                </a:ext>
              </a:extLst>
            </p:cNvPr>
            <p:cNvSpPr/>
            <p:nvPr/>
          </p:nvSpPr>
          <p:spPr>
            <a:xfrm>
              <a:off x="3375658" y="3109359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4" name="TextBox 323">
                  <a:extLst>
                    <a:ext uri="{FF2B5EF4-FFF2-40B4-BE49-F238E27FC236}">
                      <a16:creationId xmlns:a16="http://schemas.microsoft.com/office/drawing/2014/main" id="{BE2D5194-B509-85CF-EC5D-B527FF38495A}"/>
                    </a:ext>
                  </a:extLst>
                </p:cNvPr>
                <p:cNvSpPr txBox="1"/>
                <p:nvPr/>
              </p:nvSpPr>
              <p:spPr>
                <a:xfrm>
                  <a:off x="3734466" y="2268478"/>
                  <a:ext cx="1475532" cy="600998"/>
                </a:xfrm>
                <a:prstGeom prst="rect">
                  <a:avLst/>
                </a:prstGeom>
                <a:noFill/>
              </p:spPr>
              <p:txBody>
                <a:bodyPr wrap="none" rtlCol="0" anchor="ctr" anchorCtr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(|0⟩+|1⟩ )</m:t>
                        </m:r>
                      </m:oMath>
                    </m:oMathPara>
                  </a14:m>
                  <a:endParaRPr lang="en-US" sz="16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24" name="TextBox 323">
                  <a:extLst>
                    <a:ext uri="{FF2B5EF4-FFF2-40B4-BE49-F238E27FC236}">
                      <a16:creationId xmlns:a16="http://schemas.microsoft.com/office/drawing/2014/main" id="{BE2D5194-B509-85CF-EC5D-B527FF384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4466" y="2268478"/>
                  <a:ext cx="1475532" cy="60099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5" name="TextBox 324">
                  <a:extLst>
                    <a:ext uri="{FF2B5EF4-FFF2-40B4-BE49-F238E27FC236}">
                      <a16:creationId xmlns:a16="http://schemas.microsoft.com/office/drawing/2014/main" id="{1655C925-6E40-FC18-340E-3A6744700BC8}"/>
                    </a:ext>
                  </a:extLst>
                </p:cNvPr>
                <p:cNvSpPr txBox="1"/>
                <p:nvPr/>
              </p:nvSpPr>
              <p:spPr>
                <a:xfrm>
                  <a:off x="5641204" y="2939120"/>
                  <a:ext cx="1475532" cy="600998"/>
                </a:xfrm>
                <a:prstGeom prst="rect">
                  <a:avLst/>
                </a:prstGeom>
                <a:noFill/>
              </p:spPr>
              <p:txBody>
                <a:bodyPr wrap="none" rtlCol="0" anchor="ctr" anchorCtr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(|0⟩−|1⟩ )</m:t>
                        </m:r>
                      </m:oMath>
                    </m:oMathPara>
                  </a14:m>
                  <a:endParaRPr lang="en-US" sz="16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25" name="TextBox 324">
                  <a:extLst>
                    <a:ext uri="{FF2B5EF4-FFF2-40B4-BE49-F238E27FC236}">
                      <a16:creationId xmlns:a16="http://schemas.microsoft.com/office/drawing/2014/main" id="{1655C925-6E40-FC18-340E-3A6744700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1204" y="2939120"/>
                  <a:ext cx="1475532" cy="60099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5BBCA839-84BC-8C8F-81E0-4567ABE7831E}"/>
                    </a:ext>
                  </a:extLst>
                </p:cNvPr>
                <p:cNvSpPr txBox="1"/>
                <p:nvPr/>
              </p:nvSpPr>
              <p:spPr>
                <a:xfrm>
                  <a:off x="5605072" y="2268478"/>
                  <a:ext cx="1547796" cy="600998"/>
                </a:xfrm>
                <a:prstGeom prst="rect">
                  <a:avLst/>
                </a:prstGeom>
                <a:noFill/>
              </p:spPr>
              <p:txBody>
                <a:bodyPr wrap="none" rtlCol="0" anchor="ctr" anchorCtr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(|0⟩+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|1⟩ )</m:t>
                        </m:r>
                      </m:oMath>
                    </m:oMathPara>
                  </a14:m>
                  <a:endParaRPr lang="en-US" sz="16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5BBCA839-84BC-8C8F-81E0-4567ABE783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5072" y="2268478"/>
                  <a:ext cx="1547796" cy="60099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7" name="TextBox 326">
                  <a:extLst>
                    <a:ext uri="{FF2B5EF4-FFF2-40B4-BE49-F238E27FC236}">
                      <a16:creationId xmlns:a16="http://schemas.microsoft.com/office/drawing/2014/main" id="{57083F0D-4CED-6D3E-7C8F-5EC8B10DB5FF}"/>
                    </a:ext>
                  </a:extLst>
                </p:cNvPr>
                <p:cNvSpPr txBox="1"/>
                <p:nvPr/>
              </p:nvSpPr>
              <p:spPr>
                <a:xfrm>
                  <a:off x="3734466" y="3051027"/>
                  <a:ext cx="479618" cy="338554"/>
                </a:xfrm>
                <a:prstGeom prst="rect">
                  <a:avLst/>
                </a:prstGeom>
                <a:noFill/>
              </p:spPr>
              <p:txBody>
                <a:bodyPr wrap="none" rtlCol="0" anchor="ctr" anchorCtr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|1⟩</m:t>
                        </m:r>
                      </m:oMath>
                    </m:oMathPara>
                  </a14:m>
                  <a:endParaRPr lang="en-US" sz="16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27" name="TextBox 326">
                  <a:extLst>
                    <a:ext uri="{FF2B5EF4-FFF2-40B4-BE49-F238E27FC236}">
                      <a16:creationId xmlns:a16="http://schemas.microsoft.com/office/drawing/2014/main" id="{57083F0D-4CED-6D3E-7C8F-5EC8B10DB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4466" y="3051027"/>
                  <a:ext cx="479618" cy="338554"/>
                </a:xfrm>
                <a:prstGeom prst="rect">
                  <a:avLst/>
                </a:prstGeom>
                <a:blipFill>
                  <a:blip r:embed="rId20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F8927576-CED6-6DFD-0CFA-79F8C352B54F}"/>
              </a:ext>
            </a:extLst>
          </p:cNvPr>
          <p:cNvGrpSpPr/>
          <p:nvPr/>
        </p:nvGrpSpPr>
        <p:grpSpPr>
          <a:xfrm>
            <a:off x="7979742" y="2342548"/>
            <a:ext cx="3116019" cy="1224372"/>
            <a:chOff x="7979742" y="2186436"/>
            <a:chExt cx="3116019" cy="12243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Rectangle 328">
                  <a:extLst>
                    <a:ext uri="{FF2B5EF4-FFF2-40B4-BE49-F238E27FC236}">
                      <a16:creationId xmlns:a16="http://schemas.microsoft.com/office/drawing/2014/main" id="{D465A152-21BA-F9E6-27CC-9A5B5F815FF1}"/>
                    </a:ext>
                  </a:extLst>
                </p:cNvPr>
                <p:cNvSpPr/>
                <p:nvPr/>
              </p:nvSpPr>
              <p:spPr>
                <a:xfrm>
                  <a:off x="8791233" y="2186436"/>
                  <a:ext cx="1407891" cy="2696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(|0⟩)</m:t>
                      </m:r>
                    </m:oMath>
                  </a14:m>
                  <a:r>
                    <a:rPr lang="en-IN" sz="1400" dirty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in qubit 1</a:t>
                  </a:r>
                </a:p>
              </p:txBody>
            </p:sp>
          </mc:Choice>
          <mc:Fallback xmlns="">
            <p:sp>
              <p:nvSpPr>
                <p:cNvPr id="329" name="Rectangle 328">
                  <a:extLst>
                    <a:ext uri="{FF2B5EF4-FFF2-40B4-BE49-F238E27FC236}">
                      <a16:creationId xmlns:a16="http://schemas.microsoft.com/office/drawing/2014/main" id="{D465A152-21BA-F9E6-27CC-9A5B5F815F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1233" y="2186436"/>
                  <a:ext cx="1407891" cy="269688"/>
                </a:xfrm>
                <a:prstGeom prst="rect">
                  <a:avLst/>
                </a:prstGeom>
                <a:blipFill>
                  <a:blip r:embed="rId21"/>
                  <a:stretch>
                    <a:fillRect t="-6383" b="-25532"/>
                  </a:stretch>
                </a:blipFill>
                <a:ln w="127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0" name="Rectangle 329">
                  <a:extLst>
                    <a:ext uri="{FF2B5EF4-FFF2-40B4-BE49-F238E27FC236}">
                      <a16:creationId xmlns:a16="http://schemas.microsoft.com/office/drawing/2014/main" id="{6C12EE5F-E311-CF15-8307-178CD76582F1}"/>
                    </a:ext>
                  </a:extLst>
                </p:cNvPr>
                <p:cNvSpPr/>
                <p:nvPr/>
              </p:nvSpPr>
              <p:spPr>
                <a:xfrm>
                  <a:off x="9687870" y="3141118"/>
                  <a:ext cx="1407891" cy="26969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(|0⟩)</m:t>
                      </m:r>
                    </m:oMath>
                  </a14:m>
                  <a:r>
                    <a:rPr lang="en-IN" sz="1400" dirty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in qubit 2</a:t>
                  </a:r>
                </a:p>
              </p:txBody>
            </p:sp>
          </mc:Choice>
          <mc:Fallback xmlns="">
            <p:sp>
              <p:nvSpPr>
                <p:cNvPr id="330" name="Rectangle 329">
                  <a:extLst>
                    <a:ext uri="{FF2B5EF4-FFF2-40B4-BE49-F238E27FC236}">
                      <a16:creationId xmlns:a16="http://schemas.microsoft.com/office/drawing/2014/main" id="{6C12EE5F-E311-CF15-8307-178CD76582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7870" y="3141118"/>
                  <a:ext cx="1407891" cy="269690"/>
                </a:xfrm>
                <a:prstGeom prst="rect">
                  <a:avLst/>
                </a:prstGeom>
                <a:blipFill>
                  <a:blip r:embed="rId22"/>
                  <a:stretch>
                    <a:fillRect t="-8696" b="-28261"/>
                  </a:stretch>
                </a:blipFill>
                <a:ln w="127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5087F7D0-6931-C96F-88BC-A07B737E6931}"/>
                </a:ext>
              </a:extLst>
            </p:cNvPr>
            <p:cNvGrpSpPr/>
            <p:nvPr/>
          </p:nvGrpSpPr>
          <p:grpSpPr>
            <a:xfrm>
              <a:off x="7979742" y="2629344"/>
              <a:ext cx="2868669" cy="338554"/>
              <a:chOff x="7979742" y="2595266"/>
              <a:chExt cx="2868669" cy="3385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0FFB1AF4-4E85-4D18-86D5-E58293A4CC30}"/>
                      </a:ext>
                    </a:extLst>
                  </p:cNvPr>
                  <p:cNvSpPr txBox="1"/>
                  <p:nvPr/>
                </p:nvSpPr>
                <p:spPr>
                  <a:xfrm>
                    <a:off x="7979742" y="2595266"/>
                    <a:ext cx="2868669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 anchorCtr="1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∴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d>
                          <m:r>
                            <a:rPr lang="en-US" sz="1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|"/>
                                      <m:endChr m:val="⟩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6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0FFB1AF4-4E85-4D18-86D5-E58293A4CC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9742" y="2595266"/>
                    <a:ext cx="2868669" cy="33855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10909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B626C0E6-C2C9-8E85-4C7A-737C5BB0FEF9}"/>
                  </a:ext>
                </a:extLst>
              </p:cNvPr>
              <p:cNvSpPr/>
              <p:nvPr/>
            </p:nvSpPr>
            <p:spPr>
              <a:xfrm>
                <a:off x="9148653" y="2612482"/>
                <a:ext cx="693053" cy="30412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DD6BE5B0-FAC6-5734-8C2D-05B1A180E9E6}"/>
                  </a:ext>
                </a:extLst>
              </p:cNvPr>
              <p:cNvSpPr/>
              <p:nvPr/>
            </p:nvSpPr>
            <p:spPr>
              <a:xfrm>
                <a:off x="10045290" y="2612482"/>
                <a:ext cx="693053" cy="30412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30AE0659-2E97-3E8B-A1EC-FCAC70A07A59}"/>
                </a:ext>
              </a:extLst>
            </p:cNvPr>
            <p:cNvCxnSpPr>
              <a:cxnSpLocks/>
              <a:stCxn id="329" idx="2"/>
              <a:endCxn id="331" idx="0"/>
            </p:cNvCxnSpPr>
            <p:nvPr/>
          </p:nvCxnSpPr>
          <p:spPr>
            <a:xfrm>
              <a:off x="9495179" y="2456124"/>
              <a:ext cx="1" cy="19043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Arrow Connector 335">
              <a:extLst>
                <a:ext uri="{FF2B5EF4-FFF2-40B4-BE49-F238E27FC236}">
                  <a16:creationId xmlns:a16="http://schemas.microsoft.com/office/drawing/2014/main" id="{78F210AC-F74B-975F-23B2-8BA5E835C699}"/>
                </a:ext>
              </a:extLst>
            </p:cNvPr>
            <p:cNvCxnSpPr>
              <a:cxnSpLocks/>
              <a:stCxn id="330" idx="0"/>
              <a:endCxn id="332" idx="2"/>
            </p:cNvCxnSpPr>
            <p:nvPr/>
          </p:nvCxnSpPr>
          <p:spPr>
            <a:xfrm flipV="1">
              <a:off x="10391816" y="2950682"/>
              <a:ext cx="1" cy="19043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TextBox 343">
            <a:extLst>
              <a:ext uri="{FF2B5EF4-FFF2-40B4-BE49-F238E27FC236}">
                <a16:creationId xmlns:a16="http://schemas.microsoft.com/office/drawing/2014/main" id="{BCD6916F-4E41-E1AD-72E4-CCFB854A4C96}"/>
              </a:ext>
            </a:extLst>
          </p:cNvPr>
          <p:cNvSpPr txBox="1"/>
          <p:nvPr/>
        </p:nvSpPr>
        <p:spPr>
          <a:xfrm>
            <a:off x="641131" y="4302923"/>
            <a:ext cx="1127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 extrapolate from single qubit systems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fully factorized, and probabilities are easy to compute 		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6C0F5916-E5B1-D07C-BD3A-1F4D8F06E8EB}"/>
              </a:ext>
            </a:extLst>
          </p:cNvPr>
          <p:cNvSpPr txBox="1"/>
          <p:nvPr/>
        </p:nvSpPr>
        <p:spPr>
          <a:xfrm>
            <a:off x="641131" y="5202458"/>
            <a:ext cx="1127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600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isa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dvantages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cannot be applied to non-factorizable states (entangled)		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D08B3443-3B3A-A840-520C-3CB5C009A927}"/>
              </a:ext>
            </a:extLst>
          </p:cNvPr>
          <p:cNvSpPr txBox="1"/>
          <p:nvPr/>
        </p:nvSpPr>
        <p:spPr>
          <a:xfrm>
            <a:off x="6611704" y="5421350"/>
            <a:ext cx="15237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More in detail later</a:t>
            </a:r>
            <a:endParaRPr lang="en-IN" sz="1050" dirty="0">
              <a:solidFill>
                <a:srgbClr val="FF00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24175E6E-0236-2FBB-17C4-6511F1B3E60B}"/>
              </a:ext>
            </a:extLst>
          </p:cNvPr>
          <p:cNvSpPr txBox="1"/>
          <p:nvPr/>
        </p:nvSpPr>
        <p:spPr>
          <a:xfrm>
            <a:off x="3111500" y="6173312"/>
            <a:ext cx="5969000" cy="33855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order to compute with unfactorizable state, we use 2-Qubit gates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98B23A-6F9E-77E9-1464-3D4A74E13F51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Naive Multi-Qubit Computation</a:t>
            </a:r>
            <a:endParaRPr lang="en-IN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133BA-5205-C2F6-0969-F30DFC8C69D2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864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758A7B-622C-FD86-620E-06AD0294E544}"/>
              </a:ext>
            </a:extLst>
          </p:cNvPr>
          <p:cNvSpPr txBox="1"/>
          <p:nvPr/>
        </p:nvSpPr>
        <p:spPr>
          <a:xfrm>
            <a:off x="462455" y="983220"/>
            <a:ext cx="114562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Multi-Qubit Gates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Multi-Qubit gates are gates that take ‘n’ qubits as an input and produce ‘n’ qubit outputs. We can broadly separate them into “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multi-qubit gates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and “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 multi-qubit gates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C6400E-7951-042E-D0B6-C1EC495BB911}"/>
              </a:ext>
            </a:extLst>
          </p:cNvPr>
          <p:cNvSpPr txBox="1"/>
          <p:nvPr/>
        </p:nvSpPr>
        <p:spPr>
          <a:xfrm>
            <a:off x="641131" y="4030608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Native Multi-qubit Gates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Native multi-qubit gates cannot be factorized into single qubit gates and generally create entanglement.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FDD407-E9CC-37DF-6679-78ED71F80E2B}"/>
              </a:ext>
            </a:extLst>
          </p:cNvPr>
          <p:cNvSpPr txBox="1"/>
          <p:nvPr/>
        </p:nvSpPr>
        <p:spPr>
          <a:xfrm>
            <a:off x="641131" y="1847201"/>
            <a:ext cx="1127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omposite Multi-qubit Gates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Composite multi-qubit gates are abstractions of single qubit gates and created by taking a tensor product of single qubit gates.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1504F7-9154-F0A2-B002-6C1FBFABC37C}"/>
              </a:ext>
            </a:extLst>
          </p:cNvPr>
          <p:cNvGrpSpPr/>
          <p:nvPr/>
        </p:nvGrpSpPr>
        <p:grpSpPr>
          <a:xfrm>
            <a:off x="1994785" y="2551685"/>
            <a:ext cx="7551003" cy="1020472"/>
            <a:chOff x="652531" y="2300817"/>
            <a:chExt cx="7551003" cy="10204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3635ED4-CF95-C080-F8E6-B66AC30E1B5E}"/>
                    </a:ext>
                  </a:extLst>
                </p:cNvPr>
                <p:cNvSpPr txBox="1"/>
                <p:nvPr/>
              </p:nvSpPr>
              <p:spPr>
                <a:xfrm>
                  <a:off x="4953029" y="2300817"/>
                  <a:ext cx="3250505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3635ED4-CF95-C080-F8E6-B66AC30E1B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29" y="2300817"/>
                  <a:ext cx="3250505" cy="102047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46D5B2-44F5-D80D-50BF-150E1F723CAA}"/>
                </a:ext>
              </a:extLst>
            </p:cNvPr>
            <p:cNvSpPr txBox="1"/>
            <p:nvPr/>
          </p:nvSpPr>
          <p:spPr>
            <a:xfrm>
              <a:off x="652531" y="2657164"/>
              <a:ext cx="4220156" cy="30777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Example of a 2-qubit Composite Gate [Hadamard gate]:</a:t>
              </a:r>
              <a:endParaRPr lang="en-IN" sz="14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F39843-517A-3E11-AEFC-3A4F700229B4}"/>
              </a:ext>
            </a:extLst>
          </p:cNvPr>
          <p:cNvGrpSpPr/>
          <p:nvPr/>
        </p:nvGrpSpPr>
        <p:grpSpPr>
          <a:xfrm>
            <a:off x="1994785" y="4827613"/>
            <a:ext cx="5817938" cy="1020472"/>
            <a:chOff x="1622182" y="2300817"/>
            <a:chExt cx="5817938" cy="10204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DE22E18-8AD9-01F9-5988-A7A37A6437DB}"/>
                    </a:ext>
                  </a:extLst>
                </p:cNvPr>
                <p:cNvSpPr txBox="1"/>
                <p:nvPr/>
              </p:nvSpPr>
              <p:spPr>
                <a:xfrm>
                  <a:off x="4953029" y="2300817"/>
                  <a:ext cx="2487091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𝐶𝑁𝑂𝑇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DE22E18-8AD9-01F9-5988-A7A37A643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29" y="2300817"/>
                  <a:ext cx="2487091" cy="10204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3594B7-76A0-150E-C420-4FCF1C2FE41C}"/>
                </a:ext>
              </a:extLst>
            </p:cNvPr>
            <p:cNvSpPr txBox="1"/>
            <p:nvPr/>
          </p:nvSpPr>
          <p:spPr>
            <a:xfrm>
              <a:off x="1622182" y="2657164"/>
              <a:ext cx="3250505" cy="30777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Example of a 2-qubit Native gate [CNOT]:</a:t>
              </a:r>
              <a:endParaRPr lang="en-IN" sz="140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C867E40-898B-0B20-321A-2ACDE2BADC0A}"/>
              </a:ext>
            </a:extLst>
          </p:cNvPr>
          <p:cNvSpPr txBox="1"/>
          <p:nvPr/>
        </p:nvSpPr>
        <p:spPr>
          <a:xfrm>
            <a:off x="10345504" y="4313917"/>
            <a:ext cx="13044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More in detail later</a:t>
            </a:r>
            <a:endParaRPr lang="en-IN" sz="1050" dirty="0">
              <a:solidFill>
                <a:srgbClr val="FF0000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29C9B6D-17F3-29E7-C895-55CA39E5984C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Multi-Qubit Gates</a:t>
            </a:r>
            <a:endParaRPr lang="en-IN" sz="28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1D3A78-61EA-5DA7-78E7-82AA2FDE4015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848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01FBD3-3954-812A-3C35-BE8174B7D555}"/>
              </a:ext>
            </a:extLst>
          </p:cNvPr>
          <p:cNvSpPr txBox="1"/>
          <p:nvPr/>
        </p:nvSpPr>
        <p:spPr>
          <a:xfrm>
            <a:off x="462455" y="950411"/>
            <a:ext cx="11456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Recall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Composite multi-qubit gates are abstractions of single qubit gates and created by taking a tensor product of single qubit gates.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13A03-6043-CC0D-763D-2E5E44B140D0}"/>
              </a:ext>
            </a:extLst>
          </p:cNvPr>
          <p:cNvSpPr txBox="1"/>
          <p:nvPr/>
        </p:nvSpPr>
        <p:spPr>
          <a:xfrm>
            <a:off x="641131" y="1503612"/>
            <a:ext cx="1127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Why use them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Composite gates are useful as they allow us a general framework to apply single qubit gates in multi-qubit systems. They are also especially important when we look at ‘</a:t>
            </a:r>
            <a:r>
              <a:rPr lang="en-US" sz="1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359111-C80A-F375-F7C8-C613AF285D8F}"/>
              </a:ext>
            </a:extLst>
          </p:cNvPr>
          <p:cNvSpPr txBox="1"/>
          <p:nvPr/>
        </p:nvSpPr>
        <p:spPr>
          <a:xfrm>
            <a:off x="641131" y="2211594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 general, there are 2 scenarios when constructing composite gates. Both use the tensor product operation. They are -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42FBEB8-E6E4-07EC-5381-491D4D007B6C}"/>
              </a:ext>
            </a:extLst>
          </p:cNvPr>
          <p:cNvGrpSpPr/>
          <p:nvPr/>
        </p:nvGrpSpPr>
        <p:grpSpPr>
          <a:xfrm>
            <a:off x="4853103" y="3039320"/>
            <a:ext cx="2485793" cy="1660199"/>
            <a:chOff x="4726538" y="3436277"/>
            <a:chExt cx="2485793" cy="166019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77AC5A7-BDFB-1967-3599-DE5294C9D7A7}"/>
                </a:ext>
              </a:extLst>
            </p:cNvPr>
            <p:cNvGrpSpPr/>
            <p:nvPr/>
          </p:nvGrpSpPr>
          <p:grpSpPr>
            <a:xfrm>
              <a:off x="4726538" y="3883647"/>
              <a:ext cx="2485793" cy="1128159"/>
              <a:chOff x="809858" y="1758190"/>
              <a:chExt cx="2485793" cy="1128159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D7004785-1B14-5D6E-0D2C-3F3B4E46381F}"/>
                      </a:ext>
                    </a:extLst>
                  </p14:cNvPr>
                  <p14:cNvContentPartPr/>
                  <p14:nvPr/>
                </p14:nvContentPartPr>
                <p14:xfrm>
                  <a:off x="1141680" y="1957410"/>
                  <a:ext cx="1779320" cy="36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D7004785-1B14-5D6E-0D2C-3F3B4E46381F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132681" y="1948770"/>
                    <a:ext cx="1796958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364C6765-E9E4-532D-E6B5-44014B5CEBB8}"/>
                      </a:ext>
                    </a:extLst>
                  </p14:cNvPr>
                  <p14:cNvContentPartPr/>
                  <p14:nvPr/>
                </p14:nvContentPartPr>
                <p14:xfrm>
                  <a:off x="1173720" y="2687130"/>
                  <a:ext cx="1747280" cy="36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364C6765-E9E4-532D-E6B5-44014B5CEBB8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164721" y="2678490"/>
                    <a:ext cx="1764918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31C591D7-ADA1-74EB-4E82-32F8470AC0ED}"/>
                      </a:ext>
                    </a:extLst>
                  </p:cNvPr>
                  <p:cNvSpPr/>
                  <p:nvPr/>
                </p:nvSpPr>
                <p:spPr>
                  <a:xfrm>
                    <a:off x="1403910" y="1758190"/>
                    <a:ext cx="398440" cy="3984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IN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31C591D7-ADA1-74EB-4E82-32F8470AC0E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3910" y="1758190"/>
                    <a:ext cx="398440" cy="39844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D0BC789-EDCF-2863-6EE7-A289C8C3F215}"/>
                      </a:ext>
                    </a:extLst>
                  </p:cNvPr>
                  <p:cNvSpPr txBox="1"/>
                  <p:nvPr/>
                </p:nvSpPr>
                <p:spPr>
                  <a:xfrm>
                    <a:off x="809858" y="1818910"/>
                    <a:ext cx="33182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|0⟩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D0BC789-EDCF-2863-6EE7-A289C8C3F2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858" y="1818910"/>
                    <a:ext cx="33182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5455" t="-2222" r="-25455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4D64A5F-85BD-1B45-582A-FBE69130FD6D}"/>
                      </a:ext>
                    </a:extLst>
                  </p:cNvPr>
                  <p:cNvSpPr txBox="1"/>
                  <p:nvPr/>
                </p:nvSpPr>
                <p:spPr>
                  <a:xfrm>
                    <a:off x="809858" y="2548630"/>
                    <a:ext cx="33182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|0⟩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4D64A5F-85BD-1B45-582A-FBE69130FD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858" y="2548630"/>
                    <a:ext cx="331822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5455" t="-4444" r="-25455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FE316DE4-408C-6886-B406-6936415B9C44}"/>
                      </a:ext>
                    </a:extLst>
                  </p:cNvPr>
                  <p:cNvSpPr/>
                  <p:nvPr/>
                </p:nvSpPr>
                <p:spPr>
                  <a:xfrm>
                    <a:off x="1403910" y="2487909"/>
                    <a:ext cx="398440" cy="3984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IN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FE316DE4-408C-6886-B406-6936415B9C4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3910" y="2487909"/>
                    <a:ext cx="398440" cy="39844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4E90F319-22DC-DF91-4D5C-8A3DC0E98918}"/>
                      </a:ext>
                    </a:extLst>
                  </p:cNvPr>
                  <p:cNvSpPr/>
                  <p:nvPr/>
                </p:nvSpPr>
                <p:spPr>
                  <a:xfrm>
                    <a:off x="2133880" y="1758190"/>
                    <a:ext cx="398440" cy="3984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IN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4E90F319-22DC-DF91-4D5C-8A3DC0E9891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3880" y="1758190"/>
                    <a:ext cx="398440" cy="39844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B92A4B6-EA53-5A53-337E-E5B4929DE58B}"/>
                  </a:ext>
                </a:extLst>
              </p:cNvPr>
              <p:cNvGrpSpPr/>
              <p:nvPr/>
            </p:nvGrpSpPr>
            <p:grpSpPr>
              <a:xfrm>
                <a:off x="2729579" y="1787150"/>
                <a:ext cx="566072" cy="340518"/>
                <a:chOff x="5736430" y="3122613"/>
                <a:chExt cx="714375" cy="340518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43356D6-1751-D3C9-BA6C-20503FD0AF9F}"/>
                    </a:ext>
                  </a:extLst>
                </p:cNvPr>
                <p:cNvSpPr/>
                <p:nvPr/>
              </p:nvSpPr>
              <p:spPr>
                <a:xfrm>
                  <a:off x="5736430" y="3122613"/>
                  <a:ext cx="714375" cy="34051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AD38E3AD-C203-5956-683E-1D6EFF66237D}"/>
                    </a:ext>
                  </a:extLst>
                </p:cNvPr>
                <p:cNvSpPr/>
                <p:nvPr/>
              </p:nvSpPr>
              <p:spPr>
                <a:xfrm>
                  <a:off x="5837237" y="3183675"/>
                  <a:ext cx="496234" cy="215167"/>
                </a:xfrm>
                <a:custGeom>
                  <a:avLst/>
                  <a:gdLst>
                    <a:gd name="connsiteX0" fmla="*/ 0 w 1524000"/>
                    <a:gd name="connsiteY0" fmla="*/ 279492 h 304892"/>
                    <a:gd name="connsiteX1" fmla="*/ 762000 w 1524000"/>
                    <a:gd name="connsiteY1" fmla="*/ 92 h 304892"/>
                    <a:gd name="connsiteX2" fmla="*/ 1524000 w 1524000"/>
                    <a:gd name="connsiteY2" fmla="*/ 304892 h 304892"/>
                    <a:gd name="connsiteX0" fmla="*/ 0 w 1524000"/>
                    <a:gd name="connsiteY0" fmla="*/ 184383 h 209783"/>
                    <a:gd name="connsiteX1" fmla="*/ 746658 w 1524000"/>
                    <a:gd name="connsiteY1" fmla="*/ 261 h 209783"/>
                    <a:gd name="connsiteX2" fmla="*/ 1524000 w 1524000"/>
                    <a:gd name="connsiteY2" fmla="*/ 209783 h 209783"/>
                    <a:gd name="connsiteX0" fmla="*/ 0 w 1236333"/>
                    <a:gd name="connsiteY0" fmla="*/ 336635 h 336635"/>
                    <a:gd name="connsiteX1" fmla="*/ 458991 w 1236333"/>
                    <a:gd name="connsiteY1" fmla="*/ 67 h 336635"/>
                    <a:gd name="connsiteX2" fmla="*/ 1236333 w 1236333"/>
                    <a:gd name="connsiteY2" fmla="*/ 209589 h 336635"/>
                    <a:gd name="connsiteX0" fmla="*/ 0 w 1236333"/>
                    <a:gd name="connsiteY0" fmla="*/ 336739 h 336739"/>
                    <a:gd name="connsiteX1" fmla="*/ 458991 w 1236333"/>
                    <a:gd name="connsiteY1" fmla="*/ 171 h 336739"/>
                    <a:gd name="connsiteX2" fmla="*/ 1236333 w 1236333"/>
                    <a:gd name="connsiteY2" fmla="*/ 209693 h 336739"/>
                    <a:gd name="connsiteX0" fmla="*/ 0 w 737710"/>
                    <a:gd name="connsiteY0" fmla="*/ 336739 h 346894"/>
                    <a:gd name="connsiteX1" fmla="*/ 458991 w 737710"/>
                    <a:gd name="connsiteY1" fmla="*/ 171 h 346894"/>
                    <a:gd name="connsiteX2" fmla="*/ 737710 w 737710"/>
                    <a:gd name="connsiteY2" fmla="*/ 346894 h 346894"/>
                    <a:gd name="connsiteX0" fmla="*/ 0 w 738519"/>
                    <a:gd name="connsiteY0" fmla="*/ 336739 h 346894"/>
                    <a:gd name="connsiteX1" fmla="*/ 458991 w 738519"/>
                    <a:gd name="connsiteY1" fmla="*/ 171 h 346894"/>
                    <a:gd name="connsiteX2" fmla="*/ 737710 w 738519"/>
                    <a:gd name="connsiteY2" fmla="*/ 346894 h 346894"/>
                    <a:gd name="connsiteX0" fmla="*/ 0 w 856836"/>
                    <a:gd name="connsiteY0" fmla="*/ 336739 h 339271"/>
                    <a:gd name="connsiteX1" fmla="*/ 458991 w 856836"/>
                    <a:gd name="connsiteY1" fmla="*/ 171 h 339271"/>
                    <a:gd name="connsiteX2" fmla="*/ 856614 w 856836"/>
                    <a:gd name="connsiteY2" fmla="*/ 339271 h 339271"/>
                    <a:gd name="connsiteX0" fmla="*/ 0 w 856836"/>
                    <a:gd name="connsiteY0" fmla="*/ 336805 h 339337"/>
                    <a:gd name="connsiteX1" fmla="*/ 458991 w 856836"/>
                    <a:gd name="connsiteY1" fmla="*/ 237 h 339337"/>
                    <a:gd name="connsiteX2" fmla="*/ 856614 w 856836"/>
                    <a:gd name="connsiteY2" fmla="*/ 339337 h 339337"/>
                    <a:gd name="connsiteX0" fmla="*/ 0 w 810809"/>
                    <a:gd name="connsiteY0" fmla="*/ 333008 h 339351"/>
                    <a:gd name="connsiteX1" fmla="*/ 412964 w 810809"/>
                    <a:gd name="connsiteY1" fmla="*/ 251 h 339351"/>
                    <a:gd name="connsiteX2" fmla="*/ 810587 w 810809"/>
                    <a:gd name="connsiteY2" fmla="*/ 339351 h 339351"/>
                    <a:gd name="connsiteX0" fmla="*/ 0 w 810809"/>
                    <a:gd name="connsiteY0" fmla="*/ 332968 h 339311"/>
                    <a:gd name="connsiteX1" fmla="*/ 412964 w 810809"/>
                    <a:gd name="connsiteY1" fmla="*/ 211 h 339311"/>
                    <a:gd name="connsiteX2" fmla="*/ 810587 w 810809"/>
                    <a:gd name="connsiteY2" fmla="*/ 339311 h 339311"/>
                    <a:gd name="connsiteX0" fmla="*/ 0 w 749440"/>
                    <a:gd name="connsiteY0" fmla="*/ 329169 h 339322"/>
                    <a:gd name="connsiteX1" fmla="*/ 351595 w 749440"/>
                    <a:gd name="connsiteY1" fmla="*/ 222 h 339322"/>
                    <a:gd name="connsiteX2" fmla="*/ 749218 w 749440"/>
                    <a:gd name="connsiteY2" fmla="*/ 339322 h 339322"/>
                    <a:gd name="connsiteX0" fmla="*/ 0 w 795467"/>
                    <a:gd name="connsiteY0" fmla="*/ 351977 h 351977"/>
                    <a:gd name="connsiteX1" fmla="*/ 397622 w 795467"/>
                    <a:gd name="connsiteY1" fmla="*/ 164 h 351977"/>
                    <a:gd name="connsiteX2" fmla="*/ 795245 w 795467"/>
                    <a:gd name="connsiteY2" fmla="*/ 339264 h 351977"/>
                    <a:gd name="connsiteX0" fmla="*/ 0 w 841494"/>
                    <a:gd name="connsiteY0" fmla="*/ 355782 h 355781"/>
                    <a:gd name="connsiteX1" fmla="*/ 443649 w 841494"/>
                    <a:gd name="connsiteY1" fmla="*/ 158 h 355781"/>
                    <a:gd name="connsiteX2" fmla="*/ 841272 w 841494"/>
                    <a:gd name="connsiteY2" fmla="*/ 339258 h 355781"/>
                    <a:gd name="connsiteX0" fmla="*/ 0 w 799304"/>
                    <a:gd name="connsiteY0" fmla="*/ 344370 h 344370"/>
                    <a:gd name="connsiteX1" fmla="*/ 401459 w 799304"/>
                    <a:gd name="connsiteY1" fmla="*/ 179 h 344370"/>
                    <a:gd name="connsiteX2" fmla="*/ 799082 w 799304"/>
                    <a:gd name="connsiteY2" fmla="*/ 339279 h 344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99304" h="344370">
                      <a:moveTo>
                        <a:pt x="0" y="344370"/>
                      </a:moveTo>
                      <a:cubicBezTo>
                        <a:pt x="20033" y="65349"/>
                        <a:pt x="147459" y="-4054"/>
                        <a:pt x="401459" y="179"/>
                      </a:cubicBezTo>
                      <a:cubicBezTo>
                        <a:pt x="655459" y="4412"/>
                        <a:pt x="805900" y="108962"/>
                        <a:pt x="799082" y="33927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2B04BDDC-A4D7-DA0D-EBE3-B08A032CA6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86434" y="3196375"/>
                  <a:ext cx="109566" cy="21516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2EBC606-99CC-FBC5-ED8F-6AFE6E4A64F8}"/>
                  </a:ext>
                </a:extLst>
              </p:cNvPr>
              <p:cNvGrpSpPr/>
              <p:nvPr/>
            </p:nvGrpSpPr>
            <p:grpSpPr>
              <a:xfrm>
                <a:off x="2729579" y="2516870"/>
                <a:ext cx="566072" cy="340518"/>
                <a:chOff x="5736430" y="3122613"/>
                <a:chExt cx="714375" cy="340518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D86D0CFD-6490-DB2C-7118-C2B7F6762327}"/>
                    </a:ext>
                  </a:extLst>
                </p:cNvPr>
                <p:cNvSpPr/>
                <p:nvPr/>
              </p:nvSpPr>
              <p:spPr>
                <a:xfrm>
                  <a:off x="5736430" y="3122613"/>
                  <a:ext cx="714375" cy="34051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8C92552-8F61-FA62-1BD0-FE5525563793}"/>
                    </a:ext>
                  </a:extLst>
                </p:cNvPr>
                <p:cNvSpPr/>
                <p:nvPr/>
              </p:nvSpPr>
              <p:spPr>
                <a:xfrm>
                  <a:off x="5837237" y="3183675"/>
                  <a:ext cx="496234" cy="215167"/>
                </a:xfrm>
                <a:custGeom>
                  <a:avLst/>
                  <a:gdLst>
                    <a:gd name="connsiteX0" fmla="*/ 0 w 1524000"/>
                    <a:gd name="connsiteY0" fmla="*/ 279492 h 304892"/>
                    <a:gd name="connsiteX1" fmla="*/ 762000 w 1524000"/>
                    <a:gd name="connsiteY1" fmla="*/ 92 h 304892"/>
                    <a:gd name="connsiteX2" fmla="*/ 1524000 w 1524000"/>
                    <a:gd name="connsiteY2" fmla="*/ 304892 h 304892"/>
                    <a:gd name="connsiteX0" fmla="*/ 0 w 1524000"/>
                    <a:gd name="connsiteY0" fmla="*/ 184383 h 209783"/>
                    <a:gd name="connsiteX1" fmla="*/ 746658 w 1524000"/>
                    <a:gd name="connsiteY1" fmla="*/ 261 h 209783"/>
                    <a:gd name="connsiteX2" fmla="*/ 1524000 w 1524000"/>
                    <a:gd name="connsiteY2" fmla="*/ 209783 h 209783"/>
                    <a:gd name="connsiteX0" fmla="*/ 0 w 1236333"/>
                    <a:gd name="connsiteY0" fmla="*/ 336635 h 336635"/>
                    <a:gd name="connsiteX1" fmla="*/ 458991 w 1236333"/>
                    <a:gd name="connsiteY1" fmla="*/ 67 h 336635"/>
                    <a:gd name="connsiteX2" fmla="*/ 1236333 w 1236333"/>
                    <a:gd name="connsiteY2" fmla="*/ 209589 h 336635"/>
                    <a:gd name="connsiteX0" fmla="*/ 0 w 1236333"/>
                    <a:gd name="connsiteY0" fmla="*/ 336739 h 336739"/>
                    <a:gd name="connsiteX1" fmla="*/ 458991 w 1236333"/>
                    <a:gd name="connsiteY1" fmla="*/ 171 h 336739"/>
                    <a:gd name="connsiteX2" fmla="*/ 1236333 w 1236333"/>
                    <a:gd name="connsiteY2" fmla="*/ 209693 h 336739"/>
                    <a:gd name="connsiteX0" fmla="*/ 0 w 737710"/>
                    <a:gd name="connsiteY0" fmla="*/ 336739 h 346894"/>
                    <a:gd name="connsiteX1" fmla="*/ 458991 w 737710"/>
                    <a:gd name="connsiteY1" fmla="*/ 171 h 346894"/>
                    <a:gd name="connsiteX2" fmla="*/ 737710 w 737710"/>
                    <a:gd name="connsiteY2" fmla="*/ 346894 h 346894"/>
                    <a:gd name="connsiteX0" fmla="*/ 0 w 738519"/>
                    <a:gd name="connsiteY0" fmla="*/ 336739 h 346894"/>
                    <a:gd name="connsiteX1" fmla="*/ 458991 w 738519"/>
                    <a:gd name="connsiteY1" fmla="*/ 171 h 346894"/>
                    <a:gd name="connsiteX2" fmla="*/ 737710 w 738519"/>
                    <a:gd name="connsiteY2" fmla="*/ 346894 h 346894"/>
                    <a:gd name="connsiteX0" fmla="*/ 0 w 856836"/>
                    <a:gd name="connsiteY0" fmla="*/ 336739 h 339271"/>
                    <a:gd name="connsiteX1" fmla="*/ 458991 w 856836"/>
                    <a:gd name="connsiteY1" fmla="*/ 171 h 339271"/>
                    <a:gd name="connsiteX2" fmla="*/ 856614 w 856836"/>
                    <a:gd name="connsiteY2" fmla="*/ 339271 h 339271"/>
                    <a:gd name="connsiteX0" fmla="*/ 0 w 856836"/>
                    <a:gd name="connsiteY0" fmla="*/ 336805 h 339337"/>
                    <a:gd name="connsiteX1" fmla="*/ 458991 w 856836"/>
                    <a:gd name="connsiteY1" fmla="*/ 237 h 339337"/>
                    <a:gd name="connsiteX2" fmla="*/ 856614 w 856836"/>
                    <a:gd name="connsiteY2" fmla="*/ 339337 h 339337"/>
                    <a:gd name="connsiteX0" fmla="*/ 0 w 810809"/>
                    <a:gd name="connsiteY0" fmla="*/ 333008 h 339351"/>
                    <a:gd name="connsiteX1" fmla="*/ 412964 w 810809"/>
                    <a:gd name="connsiteY1" fmla="*/ 251 h 339351"/>
                    <a:gd name="connsiteX2" fmla="*/ 810587 w 810809"/>
                    <a:gd name="connsiteY2" fmla="*/ 339351 h 339351"/>
                    <a:gd name="connsiteX0" fmla="*/ 0 w 810809"/>
                    <a:gd name="connsiteY0" fmla="*/ 332968 h 339311"/>
                    <a:gd name="connsiteX1" fmla="*/ 412964 w 810809"/>
                    <a:gd name="connsiteY1" fmla="*/ 211 h 339311"/>
                    <a:gd name="connsiteX2" fmla="*/ 810587 w 810809"/>
                    <a:gd name="connsiteY2" fmla="*/ 339311 h 339311"/>
                    <a:gd name="connsiteX0" fmla="*/ 0 w 749440"/>
                    <a:gd name="connsiteY0" fmla="*/ 329169 h 339322"/>
                    <a:gd name="connsiteX1" fmla="*/ 351595 w 749440"/>
                    <a:gd name="connsiteY1" fmla="*/ 222 h 339322"/>
                    <a:gd name="connsiteX2" fmla="*/ 749218 w 749440"/>
                    <a:gd name="connsiteY2" fmla="*/ 339322 h 339322"/>
                    <a:gd name="connsiteX0" fmla="*/ 0 w 795467"/>
                    <a:gd name="connsiteY0" fmla="*/ 351977 h 351977"/>
                    <a:gd name="connsiteX1" fmla="*/ 397622 w 795467"/>
                    <a:gd name="connsiteY1" fmla="*/ 164 h 351977"/>
                    <a:gd name="connsiteX2" fmla="*/ 795245 w 795467"/>
                    <a:gd name="connsiteY2" fmla="*/ 339264 h 351977"/>
                    <a:gd name="connsiteX0" fmla="*/ 0 w 841494"/>
                    <a:gd name="connsiteY0" fmla="*/ 355782 h 355781"/>
                    <a:gd name="connsiteX1" fmla="*/ 443649 w 841494"/>
                    <a:gd name="connsiteY1" fmla="*/ 158 h 355781"/>
                    <a:gd name="connsiteX2" fmla="*/ 841272 w 841494"/>
                    <a:gd name="connsiteY2" fmla="*/ 339258 h 355781"/>
                    <a:gd name="connsiteX0" fmla="*/ 0 w 799304"/>
                    <a:gd name="connsiteY0" fmla="*/ 344370 h 344370"/>
                    <a:gd name="connsiteX1" fmla="*/ 401459 w 799304"/>
                    <a:gd name="connsiteY1" fmla="*/ 179 h 344370"/>
                    <a:gd name="connsiteX2" fmla="*/ 799082 w 799304"/>
                    <a:gd name="connsiteY2" fmla="*/ 339279 h 344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99304" h="344370">
                      <a:moveTo>
                        <a:pt x="0" y="344370"/>
                      </a:moveTo>
                      <a:cubicBezTo>
                        <a:pt x="20033" y="65349"/>
                        <a:pt x="147459" y="-4054"/>
                        <a:pt x="401459" y="179"/>
                      </a:cubicBezTo>
                      <a:cubicBezTo>
                        <a:pt x="655459" y="4412"/>
                        <a:pt x="805900" y="108962"/>
                        <a:pt x="799082" y="33927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8AB36E71-BDBE-0B18-7526-7567370B85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86434" y="3196375"/>
                  <a:ext cx="109566" cy="21516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47D21A0-0259-BFA2-2B11-53205383FAE9}"/>
                </a:ext>
              </a:extLst>
            </p:cNvPr>
            <p:cNvSpPr/>
            <p:nvPr/>
          </p:nvSpPr>
          <p:spPr>
            <a:xfrm>
              <a:off x="5408864" y="3436278"/>
              <a:ext cx="221891" cy="22189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16E028C-A261-C24F-ACAA-A276BB0D0640}"/>
                </a:ext>
              </a:extLst>
            </p:cNvPr>
            <p:cNvSpPr/>
            <p:nvPr/>
          </p:nvSpPr>
          <p:spPr>
            <a:xfrm>
              <a:off x="6138834" y="3436277"/>
              <a:ext cx="221891" cy="22189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6D34D3F-6DA2-FDCF-380E-D1C8B67A0048}"/>
                </a:ext>
              </a:extLst>
            </p:cNvPr>
            <p:cNvSpPr/>
            <p:nvPr/>
          </p:nvSpPr>
          <p:spPr>
            <a:xfrm>
              <a:off x="5248657" y="3761134"/>
              <a:ext cx="535890" cy="1335342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CD28710-DC3B-7B69-973C-DAFA6EA6FB92}"/>
                </a:ext>
              </a:extLst>
            </p:cNvPr>
            <p:cNvSpPr/>
            <p:nvPr/>
          </p:nvSpPr>
          <p:spPr>
            <a:xfrm>
              <a:off x="5974844" y="3761134"/>
              <a:ext cx="535890" cy="1335342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A51B7EB-7E84-FE58-0C3C-C9F8E3F9E5C5}"/>
                  </a:ext>
                </a:extLst>
              </p:cNvPr>
              <p:cNvSpPr/>
              <p:nvPr/>
            </p:nvSpPr>
            <p:spPr>
              <a:xfrm>
                <a:off x="7852591" y="2846468"/>
                <a:ext cx="3698280" cy="23707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IN" sz="1400" dirty="0">
                    <a:solidFill>
                      <a:sysClr val="windowText" lastClr="000000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Scenario 2: </a:t>
                </a:r>
                <a:r>
                  <a:rPr lang="en-IN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Certain qubits do not have gates applied at a given timestep.</a:t>
                </a:r>
                <a:endParaRPr lang="en-IN" sz="16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just"/>
                <a:endParaRPr lang="en-IN" sz="16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just"/>
                <a:r>
                  <a:rPr lang="en-IN" sz="1400" dirty="0">
                    <a:solidFill>
                      <a:sysClr val="windowText" lastClr="000000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Solution: </a:t>
                </a:r>
                <a:r>
                  <a:rPr lang="en-IN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We apply the </a:t>
                </a:r>
                <a:r>
                  <a:rPr lang="en-IN" sz="1400" i="1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Identity</a:t>
                </a:r>
                <a:r>
                  <a:rPr lang="en-IN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matrix to the position of the qubit without a gate in the tensor product.</a:t>
                </a:r>
              </a:p>
              <a:p>
                <a:pPr algn="just"/>
                <a:endParaRPr lang="en-IN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𝐺𝑎𝑡𝑒</m:t>
                      </m:r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𝐻</m:t>
                      </m:r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⊗</m:t>
                      </m:r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𝐼</m:t>
                      </m:r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fPr>
                        <m:num>
                          <m:r>
                            <a:rPr lang="en-IN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⊗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A51B7EB-7E84-FE58-0C3C-C9F8E3F9E5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591" y="2846468"/>
                <a:ext cx="3698280" cy="2370760"/>
              </a:xfrm>
              <a:prstGeom prst="rect">
                <a:avLst/>
              </a:prstGeom>
              <a:blipFill>
                <a:blip r:embed="rId11"/>
                <a:stretch>
                  <a:fillRect l="-328" r="-328"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010ABF9-5470-EA5A-CC64-E313ED854872}"/>
                  </a:ext>
                </a:extLst>
              </p:cNvPr>
              <p:cNvSpPr/>
              <p:nvPr/>
            </p:nvSpPr>
            <p:spPr>
              <a:xfrm>
                <a:off x="641131" y="2846468"/>
                <a:ext cx="3698280" cy="23707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IN" sz="1400" dirty="0">
                    <a:solidFill>
                      <a:sysClr val="windowText" lastClr="000000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Scenario 1: </a:t>
                </a:r>
                <a:r>
                  <a:rPr lang="en-IN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Every qubit has a gate applied at the given timestep. </a:t>
                </a:r>
                <a:endParaRPr lang="en-IN" sz="16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just"/>
                <a:endParaRPr lang="en-IN" sz="16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just"/>
                <a:r>
                  <a:rPr lang="en-IN" sz="1400" dirty="0">
                    <a:solidFill>
                      <a:sysClr val="windowText" lastClr="000000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Solution: </a:t>
                </a:r>
                <a:r>
                  <a:rPr lang="en-IN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We tensor product all the gates.</a:t>
                </a:r>
              </a:p>
              <a:p>
                <a:pPr algn="just"/>
                <a:endParaRPr lang="en-IN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𝐺𝑎𝑡𝑒</m:t>
                      </m:r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𝑋</m:t>
                      </m:r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⊗</m:t>
                      </m:r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𝐻</m:t>
                      </m:r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fPr>
                        <m:num>
                          <m:r>
                            <a:rPr lang="en-IN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⊗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010ABF9-5470-EA5A-CC64-E313ED854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1" y="2846468"/>
                <a:ext cx="3698280" cy="2370760"/>
              </a:xfrm>
              <a:prstGeom prst="rect">
                <a:avLst/>
              </a:prstGeom>
              <a:blipFill>
                <a:blip r:embed="rId12"/>
                <a:stretch>
                  <a:fillRect l="-328" r="-328"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F5020CC1-3DE4-020D-4245-8238B70E93AA}"/>
              </a:ext>
            </a:extLst>
          </p:cNvPr>
          <p:cNvSpPr txBox="1"/>
          <p:nvPr/>
        </p:nvSpPr>
        <p:spPr>
          <a:xfrm>
            <a:off x="641131" y="5610566"/>
            <a:ext cx="1127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Computation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 these are equivalent to applying gates on independent systems, we can simplify computation by using the naïve computation method.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BF542BD9-BBCE-2535-D63F-A40C28713083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Composite Gates</a:t>
            </a:r>
            <a:endParaRPr lang="en-IN" sz="28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F60424-847C-795B-ABA8-595D81E3764C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732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440DAED-548A-04B4-A2B9-1B3F869641A1}"/>
              </a:ext>
            </a:extLst>
          </p:cNvPr>
          <p:cNvSpPr txBox="1"/>
          <p:nvPr/>
        </p:nvSpPr>
        <p:spPr>
          <a:xfrm>
            <a:off x="462455" y="851023"/>
            <a:ext cx="11456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Recall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Native multi-qubit gates cannot be factorized into single qubit gates. These gates also tend to create unfactorizable states. 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9DD61-0841-CA51-312D-C878CBF6FCE1}"/>
              </a:ext>
            </a:extLst>
          </p:cNvPr>
          <p:cNvSpPr txBox="1"/>
          <p:nvPr/>
        </p:nvSpPr>
        <p:spPr>
          <a:xfrm>
            <a:off x="641131" y="1235442"/>
            <a:ext cx="11277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will be dividing these gates into 3 main families-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Gates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Gate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Ising Coupling Gates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660199-46BF-728D-7E49-1E4AE1F28C01}"/>
              </a:ext>
            </a:extLst>
          </p:cNvPr>
          <p:cNvCxnSpPr/>
          <p:nvPr/>
        </p:nvCxnSpPr>
        <p:spPr>
          <a:xfrm>
            <a:off x="279400" y="2435539"/>
            <a:ext cx="116393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FFF0DE3-1954-EC8D-6F64-4A1802BB96E2}"/>
              </a:ext>
            </a:extLst>
          </p:cNvPr>
          <p:cNvGrpSpPr/>
          <p:nvPr/>
        </p:nvGrpSpPr>
        <p:grpSpPr>
          <a:xfrm>
            <a:off x="462455" y="2524577"/>
            <a:ext cx="11456276" cy="830997"/>
            <a:chOff x="462455" y="2031780"/>
            <a:chExt cx="11456276" cy="830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A6DD60F-1F8A-8598-686F-F48CB138E0CB}"/>
                    </a:ext>
                  </a:extLst>
                </p:cNvPr>
                <p:cNvSpPr txBox="1"/>
                <p:nvPr/>
              </p:nvSpPr>
              <p:spPr>
                <a:xfrm>
                  <a:off x="462455" y="2031780"/>
                  <a:ext cx="11456276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  <a:highlight>
                        <a:srgbClr val="000000"/>
                      </a:highligh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Controlled Gates </a:t>
                  </a:r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Controlled gates take 2 types of inputs – control and target.  These gates apply some general Unitary operation (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</m:oMath>
                  </a14:m>
                  <a:r>
                    <a:rPr lang="en-I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 when the states of the control qubits matches a given pattern. The target is generally represented by a (   ) symbol. It is important to note that the control effect also applies to super positions. </a:t>
                  </a:r>
                  <a:r>
                    <a:rPr lang="en-IN" sz="16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We will study these properties with the most basic such gate – the CNOT gate.</a:t>
                  </a:r>
                  <a:endPara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A6DD60F-1F8A-8598-686F-F48CB138E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455" y="2031780"/>
                  <a:ext cx="11456276" cy="830997"/>
                </a:xfrm>
                <a:prstGeom prst="rect">
                  <a:avLst/>
                </a:prstGeom>
                <a:blipFill>
                  <a:blip r:embed="rId2"/>
                  <a:stretch>
                    <a:fillRect l="-319" t="-2206" b="-88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97BA0EC-499A-741A-C901-074B29EB0B27}"/>
                </a:ext>
              </a:extLst>
            </p:cNvPr>
            <p:cNvSpPr/>
            <p:nvPr/>
          </p:nvSpPr>
          <p:spPr>
            <a:xfrm>
              <a:off x="8926961" y="2413367"/>
              <a:ext cx="107220" cy="1072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6A37C11-16D6-1921-20E7-E5D7121A15CF}"/>
              </a:ext>
            </a:extLst>
          </p:cNvPr>
          <p:cNvGrpSpPr/>
          <p:nvPr/>
        </p:nvGrpSpPr>
        <p:grpSpPr>
          <a:xfrm>
            <a:off x="2683704" y="3400539"/>
            <a:ext cx="6434238" cy="2081445"/>
            <a:chOff x="2683704" y="3984144"/>
            <a:chExt cx="6434238" cy="2081445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A27523B-CABC-A5CF-3FA6-C223EB374805}"/>
                </a:ext>
              </a:extLst>
            </p:cNvPr>
            <p:cNvGrpSpPr/>
            <p:nvPr/>
          </p:nvGrpSpPr>
          <p:grpSpPr>
            <a:xfrm>
              <a:off x="2683704" y="4358681"/>
              <a:ext cx="2516986" cy="1148600"/>
              <a:chOff x="3743579" y="4743397"/>
              <a:chExt cx="2516986" cy="1148600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EB0774DF-6ABD-FF1D-66BA-304D55F7BFBA}"/>
                  </a:ext>
                </a:extLst>
              </p:cNvPr>
              <p:cNvGrpSpPr/>
              <p:nvPr/>
            </p:nvGrpSpPr>
            <p:grpSpPr>
              <a:xfrm>
                <a:off x="4304079" y="4743397"/>
                <a:ext cx="1340486" cy="819197"/>
                <a:chOff x="4676137" y="4202730"/>
                <a:chExt cx="1340486" cy="819197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3">
                  <p14:nvContentPartPr>
                    <p14:cNvPr id="81" name="Ink 80">
                      <a:extLst>
                        <a:ext uri="{FF2B5EF4-FFF2-40B4-BE49-F238E27FC236}">
                          <a16:creationId xmlns:a16="http://schemas.microsoft.com/office/drawing/2014/main" id="{4BB8E642-C08C-F1B7-8DC2-FDA1DF08D4F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184925" y="4348850"/>
                    <a:ext cx="822343" cy="360"/>
                  </p14:xfrm>
                </p:contentPart>
              </mc:Choice>
              <mc:Fallback xmlns="">
                <p:pic>
                  <p:nvPicPr>
                    <p:cNvPr id="81" name="Ink 80">
                      <a:extLst>
                        <a:ext uri="{FF2B5EF4-FFF2-40B4-BE49-F238E27FC236}">
                          <a16:creationId xmlns:a16="http://schemas.microsoft.com/office/drawing/2014/main" id="{4BB8E642-C08C-F1B7-8DC2-FDA1DF08D4F8}"/>
                        </a:ext>
                      </a:extLst>
                    </p:cNvPr>
                    <p:cNvPicPr/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5175928" y="4340210"/>
                      <a:ext cx="839977" cy="18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">
                  <p14:nvContentPartPr>
                    <p14:cNvPr id="82" name="Ink 81">
                      <a:extLst>
                        <a:ext uri="{FF2B5EF4-FFF2-40B4-BE49-F238E27FC236}">
                          <a16:creationId xmlns:a16="http://schemas.microsoft.com/office/drawing/2014/main" id="{48CFFD26-482A-FF93-B640-38259A34A94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216965" y="4830920"/>
                    <a:ext cx="799658" cy="360"/>
                  </p14:xfrm>
                </p:contentPart>
              </mc:Choice>
              <mc:Fallback xmlns="">
                <p:pic>
                  <p:nvPicPr>
                    <p:cNvPr id="82" name="Ink 81">
                      <a:extLst>
                        <a:ext uri="{FF2B5EF4-FFF2-40B4-BE49-F238E27FC236}">
                          <a16:creationId xmlns:a16="http://schemas.microsoft.com/office/drawing/2014/main" id="{48CFFD26-482A-FF93-B640-38259A34A943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5207968" y="4822280"/>
                      <a:ext cx="817292" cy="18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5315BDD7-4839-7F5F-72AF-7ADC33DC83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76137" y="4202730"/>
                      <a:ext cx="47282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5315BDD7-4839-7F5F-72AF-7ADC33DC83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76137" y="4202730"/>
                      <a:ext cx="472822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7949" t="-2174" r="-17949" b="-326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20A99EF2-2438-AB91-EBAE-22859D160B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76137" y="4684208"/>
                      <a:ext cx="46750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20A99EF2-2438-AB91-EBAE-22859D160B3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76137" y="4684208"/>
                      <a:ext cx="467500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8182" t="-2174" r="-18182" b="-326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A683450A-2243-E84E-94B8-974AB0EFEAE0}"/>
                    </a:ext>
                  </a:extLst>
                </p:cNvPr>
                <p:cNvGrpSpPr/>
                <p:nvPr/>
              </p:nvGrpSpPr>
              <p:grpSpPr>
                <a:xfrm>
                  <a:off x="5374130" y="4295240"/>
                  <a:ext cx="398440" cy="726687"/>
                  <a:chOff x="5447155" y="4295240"/>
                  <a:chExt cx="398440" cy="72668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6" name="Rectangle 85">
                        <a:extLst>
                          <a:ext uri="{FF2B5EF4-FFF2-40B4-BE49-F238E27FC236}">
                            <a16:creationId xmlns:a16="http://schemas.microsoft.com/office/drawing/2014/main" id="{2F0276FB-DABE-6441-76D5-E4421526B5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47155" y="4623487"/>
                        <a:ext cx="398440" cy="39844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IN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oMath>
                          </m:oMathPara>
                        </a14:m>
                        <a:endParaRPr lang="en-IN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6" name="Rectangle 85">
                        <a:extLst>
                          <a:ext uri="{FF2B5EF4-FFF2-40B4-BE49-F238E27FC236}">
                            <a16:creationId xmlns:a16="http://schemas.microsoft.com/office/drawing/2014/main" id="{2F0276FB-DABE-6441-76D5-E4421526B53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447155" y="4623487"/>
                        <a:ext cx="398440" cy="39844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7" name="Oval 86">
                    <a:extLst>
                      <a:ext uri="{FF2B5EF4-FFF2-40B4-BE49-F238E27FC236}">
                        <a16:creationId xmlns:a16="http://schemas.microsoft.com/office/drawing/2014/main" id="{6ED78F72-1A58-7208-B184-62602746B42E}"/>
                      </a:ext>
                    </a:extLst>
                  </p:cNvPr>
                  <p:cNvSpPr/>
                  <p:nvPr/>
                </p:nvSpPr>
                <p:spPr>
                  <a:xfrm>
                    <a:off x="5592765" y="4295240"/>
                    <a:ext cx="107220" cy="10722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4AC50171-97B2-3C42-7BA7-AD6B2CA4A881}"/>
                      </a:ext>
                    </a:extLst>
                  </p:cNvPr>
                  <p:cNvCxnSpPr>
                    <a:stCxn id="87" idx="4"/>
                    <a:endCxn id="86" idx="0"/>
                  </p:cNvCxnSpPr>
                  <p:nvPr/>
                </p:nvCxnSpPr>
                <p:spPr>
                  <a:xfrm>
                    <a:off x="5646375" y="4402460"/>
                    <a:ext cx="0" cy="22102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FD9256B-AA15-C7D5-5C8F-23C777F2F237}"/>
                  </a:ext>
                </a:extLst>
              </p:cNvPr>
              <p:cNvSpPr txBox="1"/>
              <p:nvPr/>
            </p:nvSpPr>
            <p:spPr>
              <a:xfrm>
                <a:off x="3743579" y="5614998"/>
                <a:ext cx="25169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200" dirty="0">
                    <a:latin typeface="Times New Roman" panose="02020603050405020304" pitchFamily="18" charset="0"/>
                    <a:ea typeface="Lato" panose="020F0502020204030203" pitchFamily="34" charset="0"/>
                    <a:cs typeface="Times New Roman" panose="02020603050405020304" pitchFamily="18" charset="0"/>
                  </a:rPr>
                  <a:t>General 2-Qubit controlled gate</a:t>
                </a:r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41F5064B-103D-3A22-254D-D664B5AAE119}"/>
                </a:ext>
              </a:extLst>
            </p:cNvPr>
            <p:cNvGrpSpPr/>
            <p:nvPr/>
          </p:nvGrpSpPr>
          <p:grpSpPr>
            <a:xfrm>
              <a:off x="6720022" y="3984144"/>
              <a:ext cx="2397920" cy="2081445"/>
              <a:chOff x="2986192" y="3701997"/>
              <a:chExt cx="2397920" cy="2081445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F64DDAE2-236B-DA96-47C9-4B688AF9A10F}"/>
                  </a:ext>
                </a:extLst>
              </p:cNvPr>
              <p:cNvGrpSpPr/>
              <p:nvPr/>
            </p:nvGrpSpPr>
            <p:grpSpPr>
              <a:xfrm>
                <a:off x="2986192" y="3701997"/>
                <a:ext cx="2397920" cy="2081445"/>
                <a:chOff x="3923771" y="4743397"/>
                <a:chExt cx="2397920" cy="2081445"/>
              </a:xfrm>
            </p:grpSpPr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D0AED793-7957-CF60-E035-774C6A3DCB17}"/>
                    </a:ext>
                  </a:extLst>
                </p:cNvPr>
                <p:cNvGrpSpPr/>
                <p:nvPr/>
              </p:nvGrpSpPr>
              <p:grpSpPr>
                <a:xfrm>
                  <a:off x="4294724" y="4743397"/>
                  <a:ext cx="1349841" cy="1722357"/>
                  <a:chOff x="4666782" y="4202730"/>
                  <a:chExt cx="1349841" cy="1722357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0">
                    <p14:nvContentPartPr>
                      <p14:cNvPr id="123" name="Ink 122">
                        <a:extLst>
                          <a:ext uri="{FF2B5EF4-FFF2-40B4-BE49-F238E27FC236}">
                            <a16:creationId xmlns:a16="http://schemas.microsoft.com/office/drawing/2014/main" id="{F49B9701-10ED-FE29-B572-D8E7BCB0A733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207610" y="5735565"/>
                      <a:ext cx="799658" cy="360"/>
                    </p14:xfrm>
                  </p:contentPart>
                </mc:Choice>
                <mc:Fallback xmlns="">
                  <p:pic>
                    <p:nvPicPr>
                      <p:cNvPr id="123" name="Ink 122">
                        <a:extLst>
                          <a:ext uri="{FF2B5EF4-FFF2-40B4-BE49-F238E27FC236}">
                            <a16:creationId xmlns:a16="http://schemas.microsoft.com/office/drawing/2014/main" id="{F49B9701-10ED-FE29-B572-D8E7BCB0A7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8613" y="5726925"/>
                        <a:ext cx="817292" cy="18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4" name="TextBox 123">
                        <a:extLst>
                          <a:ext uri="{FF2B5EF4-FFF2-40B4-BE49-F238E27FC236}">
                            <a16:creationId xmlns:a16="http://schemas.microsoft.com/office/drawing/2014/main" id="{4071A576-6E1B-42EB-9F49-4CDB0F4A02F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66782" y="5588853"/>
                        <a:ext cx="49250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124" name="TextBox 123">
                        <a:extLst>
                          <a:ext uri="{FF2B5EF4-FFF2-40B4-BE49-F238E27FC236}">
                            <a16:creationId xmlns:a16="http://schemas.microsoft.com/office/drawing/2014/main" id="{4071A576-6E1B-42EB-9F49-4CDB0F4A02F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66782" y="5588853"/>
                        <a:ext cx="492506" cy="276999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7284" t="-2222" r="-18519" b="-3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2">
                    <p14:nvContentPartPr>
                      <p14:cNvPr id="94" name="Ink 93">
                        <a:extLst>
                          <a:ext uri="{FF2B5EF4-FFF2-40B4-BE49-F238E27FC236}">
                            <a16:creationId xmlns:a16="http://schemas.microsoft.com/office/drawing/2014/main" id="{ED943552-3CE2-DBD0-DAA7-260606E669E2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184925" y="4348850"/>
                      <a:ext cx="822343" cy="360"/>
                    </p14:xfrm>
                  </p:contentPart>
                </mc:Choice>
                <mc:Fallback xmlns="">
                  <p:pic>
                    <p:nvPicPr>
                      <p:cNvPr id="94" name="Ink 93">
                        <a:extLst>
                          <a:ext uri="{FF2B5EF4-FFF2-40B4-BE49-F238E27FC236}">
                            <a16:creationId xmlns:a16="http://schemas.microsoft.com/office/drawing/2014/main" id="{ED943552-3CE2-DBD0-DAA7-260606E669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75928" y="4340210"/>
                        <a:ext cx="839977" cy="18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3">
                    <p14:nvContentPartPr>
                      <p14:cNvPr id="95" name="Ink 94">
                        <a:extLst>
                          <a:ext uri="{FF2B5EF4-FFF2-40B4-BE49-F238E27FC236}">
                            <a16:creationId xmlns:a16="http://schemas.microsoft.com/office/drawing/2014/main" id="{D38BA2D7-4F3D-C689-6BBB-21DC878BF5F2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216965" y="4682468"/>
                      <a:ext cx="799658" cy="360"/>
                    </p14:xfrm>
                  </p:contentPart>
                </mc:Choice>
                <mc:Fallback xmlns="">
                  <p:pic>
                    <p:nvPicPr>
                      <p:cNvPr id="95" name="Ink 94">
                        <a:extLst>
                          <a:ext uri="{FF2B5EF4-FFF2-40B4-BE49-F238E27FC236}">
                            <a16:creationId xmlns:a16="http://schemas.microsoft.com/office/drawing/2014/main" id="{D38BA2D7-4F3D-C689-6BBB-21DC878BF5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07968" y="4673828"/>
                        <a:ext cx="817292" cy="18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TextBox 95">
                        <a:extLst>
                          <a:ext uri="{FF2B5EF4-FFF2-40B4-BE49-F238E27FC236}">
                            <a16:creationId xmlns:a16="http://schemas.microsoft.com/office/drawing/2014/main" id="{318A5DCE-9FE5-41B4-5F4C-502063C2B2B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76137" y="4202730"/>
                        <a:ext cx="472822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96" name="TextBox 95">
                        <a:extLst>
                          <a:ext uri="{FF2B5EF4-FFF2-40B4-BE49-F238E27FC236}">
                            <a16:creationId xmlns:a16="http://schemas.microsoft.com/office/drawing/2014/main" id="{318A5DCE-9FE5-41B4-5F4C-502063C2B2B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76137" y="4202730"/>
                        <a:ext cx="472822" cy="276999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l="-18182" t="-4444" r="-19481" b="-3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7" name="TextBox 96">
                        <a:extLst>
                          <a:ext uri="{FF2B5EF4-FFF2-40B4-BE49-F238E27FC236}">
                            <a16:creationId xmlns:a16="http://schemas.microsoft.com/office/drawing/2014/main" id="{0CC8299F-9F33-6A06-4B89-3BAB7E5576D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76137" y="4535756"/>
                        <a:ext cx="46750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97" name="TextBox 96">
                        <a:extLst>
                          <a:ext uri="{FF2B5EF4-FFF2-40B4-BE49-F238E27FC236}">
                            <a16:creationId xmlns:a16="http://schemas.microsoft.com/office/drawing/2014/main" id="{0CC8299F-9F33-6A06-4B89-3BAB7E5576D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76137" y="4535756"/>
                        <a:ext cx="467500" cy="276999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l="-18421" t="-2174" r="-19737" b="-3260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76DA5DD9-EEA7-6AA5-21A8-A0DF6AA8AA98}"/>
                      </a:ext>
                    </a:extLst>
                  </p:cNvPr>
                  <p:cNvGrpSpPr/>
                  <p:nvPr/>
                </p:nvGrpSpPr>
                <p:grpSpPr>
                  <a:xfrm>
                    <a:off x="5374130" y="4300076"/>
                    <a:ext cx="398440" cy="1625011"/>
                    <a:chOff x="5447155" y="4300076"/>
                    <a:chExt cx="398440" cy="1625011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99" name="Rectangle 98">
                          <a:extLst>
                            <a:ext uri="{FF2B5EF4-FFF2-40B4-BE49-F238E27FC236}">
                              <a16:creationId xmlns:a16="http://schemas.microsoft.com/office/drawing/2014/main" id="{8652064C-473E-4046-D72F-A2DACEEA32B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7155" y="5526647"/>
                          <a:ext cx="398440" cy="39844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9" name="Rectangle 98">
                          <a:extLst>
                            <a:ext uri="{FF2B5EF4-FFF2-40B4-BE49-F238E27FC236}">
                              <a16:creationId xmlns:a16="http://schemas.microsoft.com/office/drawing/2014/main" id="{8652064C-473E-4046-D72F-A2DACEEA32B6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447155" y="5526647"/>
                          <a:ext cx="398440" cy="398440"/>
                        </a:xfrm>
                        <a:prstGeom prst="rect">
                          <a:avLst/>
                        </a:prstGeom>
                        <a:blipFill>
                          <a:blip r:embed="rId16"/>
                          <a:stretch>
                            <a:fillRect/>
                          </a:stretch>
                        </a:blip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100" name="Oval 99">
                      <a:extLst>
                        <a:ext uri="{FF2B5EF4-FFF2-40B4-BE49-F238E27FC236}">
                          <a16:creationId xmlns:a16="http://schemas.microsoft.com/office/drawing/2014/main" id="{02DDCEBE-2EC3-B95C-363E-A6A2FAC05F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92765" y="5265976"/>
                      <a:ext cx="107220" cy="1072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cxnSp>
                  <p:nvCxnSpPr>
                    <p:cNvPr id="101" name="Straight Connector 100">
                      <a:extLst>
                        <a:ext uri="{FF2B5EF4-FFF2-40B4-BE49-F238E27FC236}">
                          <a16:creationId xmlns:a16="http://schemas.microsoft.com/office/drawing/2014/main" id="{A3BA22DF-FAA6-C6A1-D206-4C2C035AFD43}"/>
                        </a:ext>
                      </a:extLst>
                    </p:cNvPr>
                    <p:cNvCxnSpPr>
                      <a:cxnSpLocks/>
                      <a:stCxn id="100" idx="4"/>
                      <a:endCxn id="99" idx="0"/>
                    </p:cNvCxnSpPr>
                    <p:nvPr/>
                  </p:nvCxnSpPr>
                  <p:spPr>
                    <a:xfrm>
                      <a:off x="5646375" y="5373196"/>
                      <a:ext cx="0" cy="153451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4" name="Oval 113">
                      <a:extLst>
                        <a:ext uri="{FF2B5EF4-FFF2-40B4-BE49-F238E27FC236}">
                          <a16:creationId xmlns:a16="http://schemas.microsoft.com/office/drawing/2014/main" id="{DF00C9C4-05F9-9369-1808-C0D5DE8224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92765" y="4300076"/>
                      <a:ext cx="107220" cy="1072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115" name="Oval 114">
                      <a:extLst>
                        <a:ext uri="{FF2B5EF4-FFF2-40B4-BE49-F238E27FC236}">
                          <a16:creationId xmlns:a16="http://schemas.microsoft.com/office/drawing/2014/main" id="{AB0348BD-7A27-10D4-0171-1034B2AF6A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92765" y="4628858"/>
                      <a:ext cx="107220" cy="1072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</p:grpSp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7">
                    <p14:nvContentPartPr>
                      <p14:cNvPr id="106" name="Ink 105">
                        <a:extLst>
                          <a:ext uri="{FF2B5EF4-FFF2-40B4-BE49-F238E27FC236}">
                            <a16:creationId xmlns:a16="http://schemas.microsoft.com/office/drawing/2014/main" id="{6AA12EDA-F287-7D1C-1CB3-52EE34583B9D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207610" y="5325454"/>
                      <a:ext cx="799658" cy="360"/>
                    </p14:xfrm>
                  </p:contentPart>
                </mc:Choice>
                <mc:Fallback xmlns="">
                  <p:pic>
                    <p:nvPicPr>
                      <p:cNvPr id="106" name="Ink 105">
                        <a:extLst>
                          <a:ext uri="{FF2B5EF4-FFF2-40B4-BE49-F238E27FC236}">
                            <a16:creationId xmlns:a16="http://schemas.microsoft.com/office/drawing/2014/main" id="{6AA12EDA-F287-7D1C-1CB3-52EE34583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8613" y="5316814"/>
                        <a:ext cx="817292" cy="18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7" name="TextBox 106">
                        <a:extLst>
                          <a:ext uri="{FF2B5EF4-FFF2-40B4-BE49-F238E27FC236}">
                            <a16:creationId xmlns:a16="http://schemas.microsoft.com/office/drawing/2014/main" id="{26A95F2D-C175-E745-B426-F6006813B8C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66782" y="5178742"/>
                        <a:ext cx="477887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107" name="TextBox 106">
                        <a:extLst>
                          <a:ext uri="{FF2B5EF4-FFF2-40B4-BE49-F238E27FC236}">
                            <a16:creationId xmlns:a16="http://schemas.microsoft.com/office/drawing/2014/main" id="{26A95F2D-C175-E745-B426-F6006813B8C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66782" y="5178742"/>
                        <a:ext cx="477887" cy="276999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l="-17722" t="-2222" r="-17722" b="-3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38F508DB-243E-AE87-18AD-CD4FA8D92B9C}"/>
                    </a:ext>
                  </a:extLst>
                </p:cNvPr>
                <p:cNvSpPr txBox="1"/>
                <p:nvPr/>
              </p:nvSpPr>
              <p:spPr>
                <a:xfrm>
                  <a:off x="3923771" y="6547843"/>
                  <a:ext cx="239792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N" sz="1200" dirty="0">
                      <a:latin typeface="Times New Roman" panose="02020603050405020304" pitchFamily="18" charset="0"/>
                      <a:ea typeface="Lato" panose="020F0502020204030203" pitchFamily="34" charset="0"/>
                      <a:cs typeface="Times New Roman" panose="02020603050405020304" pitchFamily="18" charset="0"/>
                    </a:rPr>
                    <a:t>General n-Qubit controlled gate</a:t>
                  </a:r>
                </a:p>
              </p:txBody>
            </p:sp>
          </p:grp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1154BA00-7435-5A99-E68E-E0DFDD72D6C9}"/>
                  </a:ext>
                </a:extLst>
              </p:cNvPr>
              <p:cNvCxnSpPr>
                <a:stCxn id="114" idx="4"/>
                <a:endCxn id="115" idx="0"/>
              </p:cNvCxnSpPr>
              <p:nvPr/>
            </p:nvCxnSpPr>
            <p:spPr>
              <a:xfrm>
                <a:off x="4263713" y="3906563"/>
                <a:ext cx="0" cy="22156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33529324-C192-D41E-0B30-6BF3A712C241}"/>
                  </a:ext>
                </a:extLst>
              </p:cNvPr>
              <p:cNvCxnSpPr>
                <a:stCxn id="115" idx="4"/>
                <a:endCxn id="100" idx="0"/>
              </p:cNvCxnSpPr>
              <p:nvPr/>
            </p:nvCxnSpPr>
            <p:spPr>
              <a:xfrm>
                <a:off x="4263713" y="4235345"/>
                <a:ext cx="0" cy="529898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22AE6C89-6D78-189D-2CB8-BC732240BCCB}"/>
                      </a:ext>
                    </a:extLst>
                  </p:cNvPr>
                  <p:cNvSpPr txBox="1"/>
                  <p:nvPr/>
                </p:nvSpPr>
                <p:spPr>
                  <a:xfrm>
                    <a:off x="3438805" y="4299632"/>
                    <a:ext cx="28790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22AE6C89-6D78-189D-2CB8-BC732240BC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8805" y="4299632"/>
                    <a:ext cx="287906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781410BF-575A-E72F-A621-496E848D7DAB}"/>
                      </a:ext>
                    </a:extLst>
                  </p:cNvPr>
                  <p:cNvSpPr txBox="1"/>
                  <p:nvPr/>
                </p:nvSpPr>
                <p:spPr>
                  <a:xfrm>
                    <a:off x="4404489" y="4299632"/>
                    <a:ext cx="28790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781410BF-575A-E72F-A621-496E848D7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04489" y="4299632"/>
                    <a:ext cx="287906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F3EB84EA-D618-48C4-B9E6-E2C2B7871E31}"/>
                      </a:ext>
                    </a:extLst>
                  </p:cNvPr>
                  <p:cNvSpPr txBox="1"/>
                  <p:nvPr/>
                </p:nvSpPr>
                <p:spPr>
                  <a:xfrm>
                    <a:off x="3904903" y="4299632"/>
                    <a:ext cx="28790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F3EB84EA-D618-48C4-B9E6-E2C2B7871E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04903" y="4299632"/>
                    <a:ext cx="287906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2" name="Arrow: Right 131">
              <a:extLst>
                <a:ext uri="{FF2B5EF4-FFF2-40B4-BE49-F238E27FC236}">
                  <a16:creationId xmlns:a16="http://schemas.microsoft.com/office/drawing/2014/main" id="{0521A807-D4F2-3697-47DB-0DECD9F5EA61}"/>
                </a:ext>
              </a:extLst>
            </p:cNvPr>
            <p:cNvSpPr/>
            <p:nvPr/>
          </p:nvSpPr>
          <p:spPr>
            <a:xfrm>
              <a:off x="5227495" y="4557056"/>
              <a:ext cx="1492527" cy="36897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092320D-442C-4FE5-3DC2-0ABABBF9B415}"/>
                </a:ext>
              </a:extLst>
            </p:cNvPr>
            <p:cNvSpPr txBox="1"/>
            <p:nvPr/>
          </p:nvSpPr>
          <p:spPr>
            <a:xfrm>
              <a:off x="5017711" y="4271772"/>
              <a:ext cx="172726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200" dirty="0"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rPr>
                <a:t>Extending to n-Qubits</a:t>
              </a:r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A704D7B0-150F-421A-4377-708469F08C85}"/>
              </a:ext>
            </a:extLst>
          </p:cNvPr>
          <p:cNvSpPr txBox="1"/>
          <p:nvPr/>
        </p:nvSpPr>
        <p:spPr>
          <a:xfrm>
            <a:off x="462455" y="5410245"/>
            <a:ext cx="11456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SWAP Gate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SWAP Gate swaps the states of any 2 qubits.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2E32B4-2D07-EA85-AF11-489A39AA0A26}"/>
              </a:ext>
            </a:extLst>
          </p:cNvPr>
          <p:cNvSpPr txBox="1"/>
          <p:nvPr/>
        </p:nvSpPr>
        <p:spPr>
          <a:xfrm>
            <a:off x="462455" y="5806241"/>
            <a:ext cx="114562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Ising Coupling Gates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a special family of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two-qubit operations that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rotate the joint state of qubits rather than individual qubits. We’ll explore them more in the next lecture.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668480F-CC7F-41B7-45DE-24A213C43B37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Native Multi-Qubit Gates</a:t>
            </a:r>
            <a:endParaRPr lang="en-IN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7C0A41-C91E-6F41-5B89-1962D3C41B23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006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11D251B0-9B10-6AD0-57D4-7A246676762A}"/>
              </a:ext>
            </a:extLst>
          </p:cNvPr>
          <p:cNvGrpSpPr/>
          <p:nvPr/>
        </p:nvGrpSpPr>
        <p:grpSpPr>
          <a:xfrm>
            <a:off x="2255461" y="2166830"/>
            <a:ext cx="3765551" cy="1346722"/>
            <a:chOff x="4213224" y="3860800"/>
            <a:chExt cx="3765551" cy="134672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4DC592A-935C-EC22-351A-155AE77EA5C0}"/>
                </a:ext>
              </a:extLst>
            </p:cNvPr>
            <p:cNvGrpSpPr/>
            <p:nvPr/>
          </p:nvGrpSpPr>
          <p:grpSpPr>
            <a:xfrm>
              <a:off x="4213224" y="3860800"/>
              <a:ext cx="3765551" cy="1035050"/>
              <a:chOff x="4213224" y="3860800"/>
              <a:chExt cx="3765551" cy="103505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5AA9807-DFA8-73BF-95EC-B42FB5FB489D}"/>
                  </a:ext>
                </a:extLst>
              </p:cNvPr>
              <p:cNvSpPr/>
              <p:nvPr/>
            </p:nvSpPr>
            <p:spPr>
              <a:xfrm>
                <a:off x="4213224" y="3860800"/>
                <a:ext cx="3765551" cy="1035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8DB0E9F1-A247-B92E-8781-43510C6DA95F}"/>
                  </a:ext>
                </a:extLst>
              </p:cNvPr>
              <p:cNvGrpSpPr/>
              <p:nvPr/>
            </p:nvGrpSpPr>
            <p:grpSpPr>
              <a:xfrm>
                <a:off x="4367579" y="3960160"/>
                <a:ext cx="3456841" cy="819197"/>
                <a:chOff x="932719" y="4004610"/>
                <a:chExt cx="3456841" cy="819197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67EC8EAF-C842-38F8-662D-8B76E5E2E0DE}"/>
                    </a:ext>
                  </a:extLst>
                </p:cNvPr>
                <p:cNvGrpSpPr/>
                <p:nvPr/>
              </p:nvGrpSpPr>
              <p:grpSpPr>
                <a:xfrm>
                  <a:off x="932719" y="4004610"/>
                  <a:ext cx="1340486" cy="819197"/>
                  <a:chOff x="4676137" y="4202730"/>
                  <a:chExt cx="1340486" cy="819197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">
                    <p14:nvContentPartPr>
                      <p14:cNvPr id="23" name="Ink 22">
                        <a:extLst>
                          <a:ext uri="{FF2B5EF4-FFF2-40B4-BE49-F238E27FC236}">
                            <a16:creationId xmlns:a16="http://schemas.microsoft.com/office/drawing/2014/main" id="{3D12D217-726F-C1F5-F8F4-0F8DC0F863A7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184925" y="4348850"/>
                      <a:ext cx="822343" cy="360"/>
                    </p14:xfrm>
                  </p:contentPart>
                </mc:Choice>
                <mc:Fallback xmlns="">
                  <p:pic>
                    <p:nvPicPr>
                      <p:cNvPr id="23" name="Ink 22">
                        <a:extLst>
                          <a:ext uri="{FF2B5EF4-FFF2-40B4-BE49-F238E27FC236}">
                            <a16:creationId xmlns:a16="http://schemas.microsoft.com/office/drawing/2014/main" id="{3D12D217-726F-C1F5-F8F4-0F8DC0F863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75928" y="4340210"/>
                        <a:ext cx="839977" cy="18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">
                    <p14:nvContentPartPr>
                      <p14:cNvPr id="24" name="Ink 23">
                        <a:extLst>
                          <a:ext uri="{FF2B5EF4-FFF2-40B4-BE49-F238E27FC236}">
                            <a16:creationId xmlns:a16="http://schemas.microsoft.com/office/drawing/2014/main" id="{0FD415AF-F62E-A849-412F-82348A90640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216965" y="4830920"/>
                      <a:ext cx="799658" cy="360"/>
                    </p14:xfrm>
                  </p:contentPart>
                </mc:Choice>
                <mc:Fallback xmlns="">
                  <p:pic>
                    <p:nvPicPr>
                      <p:cNvPr id="24" name="Ink 23">
                        <a:extLst>
                          <a:ext uri="{FF2B5EF4-FFF2-40B4-BE49-F238E27FC236}">
                            <a16:creationId xmlns:a16="http://schemas.microsoft.com/office/drawing/2014/main" id="{0FD415AF-F62E-A849-412F-82348A9064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07968" y="4822280"/>
                        <a:ext cx="817292" cy="18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" name="TextBox 25">
                        <a:extLst>
                          <a:ext uri="{FF2B5EF4-FFF2-40B4-BE49-F238E27FC236}">
                            <a16:creationId xmlns:a16="http://schemas.microsoft.com/office/drawing/2014/main" id="{4B426EDB-9F7E-1E68-8551-7A9E939EC2F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76137" y="4202730"/>
                        <a:ext cx="472822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26" name="TextBox 25">
                        <a:extLst>
                          <a:ext uri="{FF2B5EF4-FFF2-40B4-BE49-F238E27FC236}">
                            <a16:creationId xmlns:a16="http://schemas.microsoft.com/office/drawing/2014/main" id="{4B426EDB-9F7E-1E68-8551-7A9E939EC2F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76137" y="4202730"/>
                        <a:ext cx="472822" cy="276999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17949" t="-2174" r="-17949" b="-3260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98E8A995-2BB9-5EB4-AA80-6676145A18D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76137" y="4684208"/>
                        <a:ext cx="46750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98E8A995-2BB9-5EB4-AA80-6676145A18D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76137" y="4684208"/>
                        <a:ext cx="467500" cy="276999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18182" t="-2174" r="-18182" b="-3260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A23FF1A1-2C46-7AFF-722B-2999B20F1187}"/>
                      </a:ext>
                    </a:extLst>
                  </p:cNvPr>
                  <p:cNvGrpSpPr/>
                  <p:nvPr/>
                </p:nvGrpSpPr>
                <p:grpSpPr>
                  <a:xfrm>
                    <a:off x="5374130" y="4295240"/>
                    <a:ext cx="398440" cy="726687"/>
                    <a:chOff x="5447155" y="4295240"/>
                    <a:chExt cx="398440" cy="726687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5" name="Rectangle 24">
                          <a:extLst>
                            <a:ext uri="{FF2B5EF4-FFF2-40B4-BE49-F238E27FC236}">
                              <a16:creationId xmlns:a16="http://schemas.microsoft.com/office/drawing/2014/main" id="{5BBE6CCD-95F3-0A10-05A1-2A079B53EA0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7155" y="4623487"/>
                          <a:ext cx="398440" cy="39844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5" name="Rectangle 24">
                          <a:extLst>
                            <a:ext uri="{FF2B5EF4-FFF2-40B4-BE49-F238E27FC236}">
                              <a16:creationId xmlns:a16="http://schemas.microsoft.com/office/drawing/2014/main" id="{5BBE6CCD-95F3-0A10-05A1-2A079B53EA07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447155" y="4623487"/>
                          <a:ext cx="398440" cy="398440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/>
                          </a:stretch>
                        </a:blip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B62CA7CA-3FC8-C796-CF77-9982AE00F6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92765" y="4295240"/>
                      <a:ext cx="107220" cy="1072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cxnSp>
                  <p:nvCxnSpPr>
                    <p:cNvPr id="41" name="Straight Connector 40">
                      <a:extLst>
                        <a:ext uri="{FF2B5EF4-FFF2-40B4-BE49-F238E27FC236}">
                          <a16:creationId xmlns:a16="http://schemas.microsoft.com/office/drawing/2014/main" id="{5C62894E-37D8-736E-24C3-B1364A867BE4}"/>
                        </a:ext>
                      </a:extLst>
                    </p:cNvPr>
                    <p:cNvCxnSpPr>
                      <a:stCxn id="39" idx="4"/>
                      <a:endCxn id="25" idx="0"/>
                    </p:cNvCxnSpPr>
                    <p:nvPr/>
                  </p:nvCxnSpPr>
                  <p:spPr>
                    <a:xfrm>
                      <a:off x="5646375" y="4402460"/>
                      <a:ext cx="0" cy="2210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9BAF4821-D083-3E59-F8EE-F60E5D7FEAE1}"/>
                    </a:ext>
                  </a:extLst>
                </p:cNvPr>
                <p:cNvGrpSpPr/>
                <p:nvPr/>
              </p:nvGrpSpPr>
              <p:grpSpPr>
                <a:xfrm>
                  <a:off x="3049074" y="4004610"/>
                  <a:ext cx="1340486" cy="758477"/>
                  <a:chOff x="4676137" y="4202730"/>
                  <a:chExt cx="1340486" cy="758477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9">
                    <p14:nvContentPartPr>
                      <p14:cNvPr id="46" name="Ink 45">
                        <a:extLst>
                          <a:ext uri="{FF2B5EF4-FFF2-40B4-BE49-F238E27FC236}">
                            <a16:creationId xmlns:a16="http://schemas.microsoft.com/office/drawing/2014/main" id="{249C4FC5-AF0D-B68E-100B-243D5C744159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184925" y="4348850"/>
                      <a:ext cx="822343" cy="360"/>
                    </p14:xfrm>
                  </p:contentPart>
                </mc:Choice>
                <mc:Fallback xmlns="">
                  <p:pic>
                    <p:nvPicPr>
                      <p:cNvPr id="46" name="Ink 45">
                        <a:extLst>
                          <a:ext uri="{FF2B5EF4-FFF2-40B4-BE49-F238E27FC236}">
                            <a16:creationId xmlns:a16="http://schemas.microsoft.com/office/drawing/2014/main" id="{249C4FC5-AF0D-B68E-100B-243D5C744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75928" y="4340210"/>
                        <a:ext cx="839977" cy="18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0">
                    <p14:nvContentPartPr>
                      <p14:cNvPr id="47" name="Ink 46">
                        <a:extLst>
                          <a:ext uri="{FF2B5EF4-FFF2-40B4-BE49-F238E27FC236}">
                            <a16:creationId xmlns:a16="http://schemas.microsoft.com/office/drawing/2014/main" id="{39C845CB-8639-368C-E20A-AE87ACF7647F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216965" y="4830920"/>
                      <a:ext cx="799658" cy="360"/>
                    </p14:xfrm>
                  </p:contentPart>
                </mc:Choice>
                <mc:Fallback xmlns="">
                  <p:pic>
                    <p:nvPicPr>
                      <p:cNvPr id="47" name="Ink 46">
                        <a:extLst>
                          <a:ext uri="{FF2B5EF4-FFF2-40B4-BE49-F238E27FC236}">
                            <a16:creationId xmlns:a16="http://schemas.microsoft.com/office/drawing/2014/main" id="{39C845CB-8639-368C-E20A-AE87ACF764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07968" y="4822280"/>
                        <a:ext cx="817292" cy="18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8" name="TextBox 47">
                        <a:extLst>
                          <a:ext uri="{FF2B5EF4-FFF2-40B4-BE49-F238E27FC236}">
                            <a16:creationId xmlns:a16="http://schemas.microsoft.com/office/drawing/2014/main" id="{6DBF69D3-35E0-7ED8-189D-3B6432EC1FD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76137" y="4202730"/>
                        <a:ext cx="472822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48" name="TextBox 47">
                        <a:extLst>
                          <a:ext uri="{FF2B5EF4-FFF2-40B4-BE49-F238E27FC236}">
                            <a16:creationId xmlns:a16="http://schemas.microsoft.com/office/drawing/2014/main" id="{6DBF69D3-35E0-7ED8-189D-3B6432EC1FD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76137" y="4202730"/>
                        <a:ext cx="472822" cy="276999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7949" t="-2174" r="-17949" b="-3260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9" name="TextBox 48">
                        <a:extLst>
                          <a:ext uri="{FF2B5EF4-FFF2-40B4-BE49-F238E27FC236}">
                            <a16:creationId xmlns:a16="http://schemas.microsoft.com/office/drawing/2014/main" id="{453861FD-7F3A-8EAD-F8A3-2C17F9BC7AA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76137" y="4684208"/>
                        <a:ext cx="46750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49" name="TextBox 48">
                        <a:extLst>
                          <a:ext uri="{FF2B5EF4-FFF2-40B4-BE49-F238E27FC236}">
                            <a16:creationId xmlns:a16="http://schemas.microsoft.com/office/drawing/2014/main" id="{453861FD-7F3A-8EAD-F8A3-2C17F9BC7AA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76137" y="4684208"/>
                        <a:ext cx="467500" cy="276999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18182" t="-2174" r="-18182" b="-3260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DFE341B2-267E-FF1A-6223-23D485C9C744}"/>
                      </a:ext>
                    </a:extLst>
                  </p:cNvPr>
                  <p:cNvGrpSpPr/>
                  <p:nvPr/>
                </p:nvGrpSpPr>
                <p:grpSpPr>
                  <a:xfrm>
                    <a:off x="5481890" y="4295240"/>
                    <a:ext cx="182920" cy="627140"/>
                    <a:chOff x="5554915" y="4295240"/>
                    <a:chExt cx="182920" cy="627140"/>
                  </a:xfrm>
                </p:grpSpPr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3BD3053E-470B-8D15-FBE7-DF39266BE2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92765" y="4295240"/>
                      <a:ext cx="107220" cy="1072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cxnSp>
                  <p:nvCxnSpPr>
                    <p:cNvPr id="53" name="Straight Connector 52">
                      <a:extLst>
                        <a:ext uri="{FF2B5EF4-FFF2-40B4-BE49-F238E27FC236}">
                          <a16:creationId xmlns:a16="http://schemas.microsoft.com/office/drawing/2014/main" id="{EDB48304-EADB-4338-EC7B-70EF4A598426}"/>
                        </a:ext>
                      </a:extLst>
                    </p:cNvPr>
                    <p:cNvCxnSpPr>
                      <a:cxnSpLocks/>
                      <a:stCxn id="52" idx="4"/>
                      <a:endCxn id="54" idx="0"/>
                    </p:cNvCxnSpPr>
                    <p:nvPr/>
                  </p:nvCxnSpPr>
                  <p:spPr>
                    <a:xfrm>
                      <a:off x="5646375" y="4402460"/>
                      <a:ext cx="0" cy="33700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4" name="Oval 53">
                      <a:extLst>
                        <a:ext uri="{FF2B5EF4-FFF2-40B4-BE49-F238E27FC236}">
                          <a16:creationId xmlns:a16="http://schemas.microsoft.com/office/drawing/2014/main" id="{8552E40C-A5E7-4A0F-ED9D-B33C82FCBD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54915" y="4739460"/>
                      <a:ext cx="182920" cy="18292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p:txBody>
                </p:sp>
              </p:grpSp>
            </p:grpSp>
            <p:sp>
              <p:nvSpPr>
                <p:cNvPr id="56" name="Arrow: Left-Right 55">
                  <a:extLst>
                    <a:ext uri="{FF2B5EF4-FFF2-40B4-BE49-F238E27FC236}">
                      <a16:creationId xmlns:a16="http://schemas.microsoft.com/office/drawing/2014/main" id="{07E39775-D2D9-5A53-7AAB-CCF9656EA256}"/>
                    </a:ext>
                  </a:extLst>
                </p:cNvPr>
                <p:cNvSpPr/>
                <p:nvPr/>
              </p:nvSpPr>
              <p:spPr>
                <a:xfrm>
                  <a:off x="2395934" y="4337013"/>
                  <a:ext cx="530656" cy="168210"/>
                </a:xfrm>
                <a:prstGeom prst="left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56A240F-1B52-2ECA-2720-BBCE84BC8450}"/>
                </a:ext>
              </a:extLst>
            </p:cNvPr>
            <p:cNvSpPr txBox="1"/>
            <p:nvPr/>
          </p:nvSpPr>
          <p:spPr>
            <a:xfrm>
              <a:off x="4213224" y="4899745"/>
              <a:ext cx="37655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ea typeface="Lato" panose="020F0502020204030203" pitchFamily="34" charset="0"/>
                  <a:cs typeface="Times New Roman" panose="02020603050405020304" pitchFamily="18" charset="0"/>
                </a:rPr>
                <a:t>Equivalent circuit representations of CNOT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4D7F66-6FEB-21C1-2167-9125DAEA4C63}"/>
              </a:ext>
            </a:extLst>
          </p:cNvPr>
          <p:cNvGrpSpPr/>
          <p:nvPr/>
        </p:nvGrpSpPr>
        <p:grpSpPr>
          <a:xfrm>
            <a:off x="6873360" y="2166830"/>
            <a:ext cx="2352439" cy="1410873"/>
            <a:chOff x="2386223" y="2568424"/>
            <a:chExt cx="2352439" cy="14108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C169CD6-E0B9-640E-22B1-BEDC54B50EEC}"/>
                    </a:ext>
                  </a:extLst>
                </p:cNvPr>
                <p:cNvSpPr txBox="1"/>
                <p:nvPr/>
              </p:nvSpPr>
              <p:spPr>
                <a:xfrm>
                  <a:off x="2386223" y="2568424"/>
                  <a:ext cx="2352439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𝐶𝑁𝑂𝑇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C169CD6-E0B9-640E-22B1-BEDC54B50E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6223" y="2568424"/>
                  <a:ext cx="2352439" cy="102047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9B75CD1-56E3-872C-D06C-8539932D3743}"/>
                </a:ext>
              </a:extLst>
            </p:cNvPr>
            <p:cNvSpPr txBox="1"/>
            <p:nvPr/>
          </p:nvSpPr>
          <p:spPr>
            <a:xfrm>
              <a:off x="2521585" y="3671520"/>
              <a:ext cx="208171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ea typeface="Lato" panose="020F0502020204030203" pitchFamily="34" charset="0"/>
                  <a:cs typeface="Times New Roman" panose="02020603050405020304" pitchFamily="18" charset="0"/>
                </a:rPr>
                <a:t>CNOT Unitary Matrix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9E14F0F-6E10-01B3-93B5-347B4FCA5309}"/>
                  </a:ext>
                </a:extLst>
              </p:cNvPr>
              <p:cNvSpPr txBox="1"/>
              <p:nvPr/>
            </p:nvSpPr>
            <p:spPr>
              <a:xfrm>
                <a:off x="462455" y="1326979"/>
                <a:ext cx="1145627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CNOT Gate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CNOT gate applies the X – Gate to the target when the control is in the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|1⟩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state. To simplify notation the X-Gate is often written as a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⊕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symbol on the target. Looking at the circuit and its Unitary -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9E14F0F-6E10-01B3-93B5-347B4FCA5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55" y="1326979"/>
                <a:ext cx="11456276" cy="584775"/>
              </a:xfrm>
              <a:prstGeom prst="rect">
                <a:avLst/>
              </a:prstGeom>
              <a:blipFill>
                <a:blip r:embed="rId14"/>
                <a:stretch>
                  <a:fillRect l="-319" t="-3125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D17DBABD-FEBC-428F-F807-81EE44B582F6}"/>
              </a:ext>
            </a:extLst>
          </p:cNvPr>
          <p:cNvSpPr txBox="1"/>
          <p:nvPr/>
        </p:nvSpPr>
        <p:spPr>
          <a:xfrm>
            <a:off x="641131" y="3727278"/>
            <a:ext cx="112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0" u="none" strike="noStrike" baseline="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Applying CNOT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can apply the CNOT with or without superposition 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02BCA8F-A74A-2E19-FC08-4612C246A58D}"/>
              </a:ext>
            </a:extLst>
          </p:cNvPr>
          <p:cNvGrpSpPr/>
          <p:nvPr/>
        </p:nvGrpSpPr>
        <p:grpSpPr>
          <a:xfrm>
            <a:off x="2282856" y="4146731"/>
            <a:ext cx="7626288" cy="1246496"/>
            <a:chOff x="2282856" y="4091458"/>
            <a:chExt cx="7626288" cy="1246496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F09FE8A-3770-2661-A6A8-D52C8F6AAF6D}"/>
                </a:ext>
              </a:extLst>
            </p:cNvPr>
            <p:cNvGrpSpPr/>
            <p:nvPr/>
          </p:nvGrpSpPr>
          <p:grpSpPr>
            <a:xfrm>
              <a:off x="2553648" y="4091458"/>
              <a:ext cx="7084704" cy="830997"/>
              <a:chOff x="882639" y="3935911"/>
              <a:chExt cx="6814254" cy="83099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64A72E82-59A1-8B9B-1C5B-4018E2C5F0A2}"/>
                      </a:ext>
                    </a:extLst>
                  </p:cNvPr>
                  <p:cNvSpPr txBox="1"/>
                  <p:nvPr/>
                </p:nvSpPr>
                <p:spPr>
                  <a:xfrm>
                    <a:off x="2147560" y="4059022"/>
                    <a:ext cx="2364429" cy="584775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txBody>
                  <a:bodyPr wrap="none" rtlCol="0" anchor="ctr" anchorCtr="1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I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→|00⟩</m:t>
                        </m:r>
                      </m:oMath>
                    </a14:m>
                    <a:r>
                      <a:rPr lang="en-US" sz="1600" dirty="0">
                        <a:solidFill>
                          <a:srgbClr val="000000"/>
                        </a:solidFill>
                      </a:rPr>
                      <a:t> , </a:t>
                    </a:r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d>
                      </m:oMath>
                    </a14:m>
                    <a:endParaRPr lang="en-IN" sz="1600" dirty="0">
                      <a:solidFill>
                        <a:srgbClr val="000000"/>
                      </a:solidFill>
                    </a:endParaRPr>
                  </a:p>
                  <a:p>
                    <a:pPr algn="ctr"/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  <m:r>
                          <a:rPr lang="en-I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→|01⟩</m:t>
                        </m:r>
                      </m:oMath>
                    </a14:m>
                    <a:r>
                      <a:rPr lang="en-US" sz="1600" dirty="0">
                        <a:solidFill>
                          <a:srgbClr val="000000"/>
                        </a:solidFill>
                      </a:rPr>
                      <a:t> , </a:t>
                    </a:r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d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→|</m:t>
                        </m:r>
                        <m:r>
                          <a:rPr lang="en-I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a14:m>
                    <a:endParaRPr lang="en-US" sz="16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64A72E82-59A1-8B9B-1C5B-4018E2C5F0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7560" y="4059022"/>
                    <a:ext cx="2364429" cy="58477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t="-1010" b="-11111"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B5CD609-7D23-FE1D-6AEA-E476121E5E38}"/>
                  </a:ext>
                </a:extLst>
              </p:cNvPr>
              <p:cNvSpPr/>
              <p:nvPr/>
            </p:nvSpPr>
            <p:spPr>
              <a:xfrm>
                <a:off x="882639" y="4059022"/>
                <a:ext cx="1264921" cy="584775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Lato" panose="020F0502020204030203" pitchFamily="34" charset="0"/>
                    <a:cs typeface="Times New Roman" panose="02020603050405020304" pitchFamily="18" charset="0"/>
                  </a:rPr>
                  <a:t>Without Superpositions</a:t>
                </a:r>
                <a:endParaRPr lang="en-IN" sz="1400" dirty="0">
                  <a:solidFill>
                    <a:schemeClr val="bg1"/>
                  </a:solidFill>
                  <a:latin typeface="Times New Roman" panose="02020603050405020304" pitchFamily="18" charset="0"/>
                  <a:ea typeface="Lato" panose="020F0502020204030203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7277E19-A711-F5AF-0B98-3027D17C47BF}"/>
                  </a:ext>
                </a:extLst>
              </p:cNvPr>
              <p:cNvSpPr txBox="1"/>
              <p:nvPr/>
            </p:nvSpPr>
            <p:spPr>
              <a:xfrm>
                <a:off x="4694958" y="3935911"/>
                <a:ext cx="3001935" cy="83099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 anchor="ctr" anchorCtr="1">
                <a:spAutoFit/>
              </a:bodyPr>
              <a:lstStyle/>
              <a:p>
                <a:pPr algn="just"/>
                <a:r>
                  <a:rPr 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Lato" panose="020F0502020204030203" pitchFamily="34" charset="0"/>
                    <a:cs typeface="Times New Roman" panose="02020603050405020304" pitchFamily="18" charset="0"/>
                  </a:rPr>
                  <a:t>Applying these transformations simultaneously allows us to operate on super positions.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B23C98D-91AB-C3BE-03CC-345C77D8F235}"/>
                </a:ext>
              </a:extLst>
            </p:cNvPr>
            <p:cNvGrpSpPr/>
            <p:nvPr/>
          </p:nvGrpSpPr>
          <p:grpSpPr>
            <a:xfrm>
              <a:off x="2282856" y="4999399"/>
              <a:ext cx="7626288" cy="338555"/>
              <a:chOff x="4206239" y="4092772"/>
              <a:chExt cx="7626288" cy="3385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460A122-BC59-C6CB-EA6D-6B3155EDA0FC}"/>
                      </a:ext>
                    </a:extLst>
                  </p:cNvPr>
                  <p:cNvSpPr txBox="1"/>
                  <p:nvPr/>
                </p:nvSpPr>
                <p:spPr>
                  <a:xfrm>
                    <a:off x="5857302" y="4092772"/>
                    <a:ext cx="5975225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txBody>
                  <a:bodyPr wrap="none" rtlCol="0" anchor="ctr" anchorCtr="1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|00⟩+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IN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|00⟩+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  <m:r>
                            <a:rPr lang="en-I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IN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|1</m:t>
                          </m:r>
                          <m:r>
                            <a:rPr lang="en-I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en-US" sz="16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460A122-BC59-C6CB-EA6D-6B3155EDA0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57302" y="4092772"/>
                    <a:ext cx="5975225" cy="33855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6897"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1C06B9E-8B97-E881-5533-B89845CC84CB}"/>
                  </a:ext>
                </a:extLst>
              </p:cNvPr>
              <p:cNvSpPr/>
              <p:nvPr/>
            </p:nvSpPr>
            <p:spPr>
              <a:xfrm>
                <a:off x="4206239" y="4092773"/>
                <a:ext cx="1660417" cy="338554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Lato" panose="020F0502020204030203" pitchFamily="34" charset="0"/>
                    <a:cs typeface="Times New Roman" panose="02020603050405020304" pitchFamily="18" charset="0"/>
                  </a:rPr>
                  <a:t>With Superpositions</a:t>
                </a:r>
                <a:endParaRPr lang="en-IN" sz="1400" dirty="0">
                  <a:solidFill>
                    <a:schemeClr val="bg1"/>
                  </a:solidFill>
                  <a:latin typeface="Times New Roman" panose="02020603050405020304" pitchFamily="18" charset="0"/>
                  <a:ea typeface="Lato" panose="020F0502020204030203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B93F7EE7-3B62-4D3E-9814-712C5B664A24}"/>
              </a:ext>
            </a:extLst>
          </p:cNvPr>
          <p:cNvSpPr txBox="1"/>
          <p:nvPr/>
        </p:nvSpPr>
        <p:spPr>
          <a:xfrm>
            <a:off x="1866900" y="5874780"/>
            <a:ext cx="8458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critical </a:t>
            </a:r>
            <a:r>
              <a:rPr lang="en-US" sz="1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that the state produced by the CNOT operation cannot be factorized into the tensor product of any 2 single qubit state.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states are known as entangled states.</a:t>
            </a:r>
            <a:endParaRPr lang="en-I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E7B1E44-CA66-7A79-8C55-B1C1A10B6E94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CNOT - Gate</a:t>
            </a:r>
            <a:endParaRPr lang="en-IN" sz="2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F51278-16D4-9747-F2BD-0C37FE57D62D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578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F523E1-5A7C-5F98-1100-93709472D721}"/>
                  </a:ext>
                </a:extLst>
              </p:cNvPr>
              <p:cNvSpPr txBox="1"/>
              <p:nvPr/>
            </p:nvSpPr>
            <p:spPr>
              <a:xfrm>
                <a:off x="462455" y="983220"/>
                <a:ext cx="1145627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SWAP Gate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2"/>
                  </a:rPr>
                  <a:t>SWAP Gate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special gate which swaps the amplitudes of 2 qubits. If we give it a 2-qubit state, it will swap the amplitudes of the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01</m:t>
                        </m:r>
                      </m:e>
                    </m:d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|10⟩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states, which translates to swapping the amplitudes in the factorization.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F523E1-5A7C-5F98-1100-93709472D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55" y="983220"/>
                <a:ext cx="11456276" cy="584775"/>
              </a:xfrm>
              <a:prstGeom prst="rect">
                <a:avLst/>
              </a:prstGeom>
              <a:blipFill>
                <a:blip r:embed="rId3"/>
                <a:stretch>
                  <a:fillRect l="-319" t="-3125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07651CA-87BA-1079-3820-5127FDD27DD9}"/>
                  </a:ext>
                </a:extLst>
              </p:cNvPr>
              <p:cNvSpPr txBox="1"/>
              <p:nvPr/>
            </p:nvSpPr>
            <p:spPr>
              <a:xfrm>
                <a:off x="1357042" y="1707628"/>
                <a:ext cx="9477916" cy="373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𝑊𝐴𝑃</m:t>
                          </m:r>
                        </m:e>
                      </m:groupCh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07651CA-87BA-1079-3820-5127FDD27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042" y="1707628"/>
                <a:ext cx="9477916" cy="373757"/>
              </a:xfrm>
              <a:prstGeom prst="rect">
                <a:avLst/>
              </a:prstGeom>
              <a:blipFill>
                <a:blip r:embed="rId4"/>
                <a:stretch>
                  <a:fillRect t="-3279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747779F-07B0-C31E-DBC2-A28362FEE90E}"/>
              </a:ext>
            </a:extLst>
          </p:cNvPr>
          <p:cNvSpPr txBox="1"/>
          <p:nvPr/>
        </p:nvSpPr>
        <p:spPr>
          <a:xfrm>
            <a:off x="398626" y="4010292"/>
            <a:ext cx="19895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Representation</a:t>
            </a:r>
            <a:endParaRPr lang="en-IN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78FE58-29B0-5204-9588-5556D53B4C3F}"/>
                  </a:ext>
                </a:extLst>
              </p:cNvPr>
              <p:cNvSpPr txBox="1"/>
              <p:nvPr/>
            </p:nvSpPr>
            <p:spPr>
              <a:xfrm>
                <a:off x="3424830" y="4445467"/>
                <a:ext cx="1571796" cy="738664"/>
              </a:xfrm>
              <a:prstGeom prst="rect">
                <a:avLst/>
              </a:prstGeom>
              <a:noFill/>
            </p:spPr>
            <p:txBody>
              <a:bodyPr wrap="square" lIns="36000" rIns="36000">
                <a:spAutoFit/>
              </a:bodyPr>
              <a:lstStyle/>
              <a:p>
                <a:r>
                  <a:rPr lang="en-IN" sz="1400" dirty="0">
                    <a:latin typeface="Times New Roman" panose="02020603050405020304" pitchFamily="18" charset="0"/>
                    <a:ea typeface="Lato" panose="020F0502020204030203" pitchFamily="34" charset="0"/>
                    <a:cs typeface="Times New Roman" panose="02020603050405020304" pitchFamily="18" charset="0"/>
                  </a:rPr>
                  <a:t>SWAP is represented by 2 ‘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IN" sz="1400" dirty="0">
                    <a:latin typeface="Times New Roman" panose="02020603050405020304" pitchFamily="18" charset="0"/>
                    <a:ea typeface="Lato" panose="020F0502020204030203" pitchFamily="34" charset="0"/>
                    <a:cs typeface="Times New Roman" panose="02020603050405020304" pitchFamily="18" charset="0"/>
                  </a:rPr>
                  <a:t>’ symbols on both qubits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78FE58-29B0-5204-9588-5556D53B4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830" y="4445467"/>
                <a:ext cx="1571796" cy="738664"/>
              </a:xfrm>
              <a:prstGeom prst="rect">
                <a:avLst/>
              </a:prstGeom>
              <a:blipFill>
                <a:blip r:embed="rId5"/>
                <a:stretch>
                  <a:fillRect l="-4651" t="-1653" r="-7364" b="-82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7202E264-AE70-D5A7-CEAF-19EF2BC27D92}"/>
              </a:ext>
            </a:extLst>
          </p:cNvPr>
          <p:cNvGrpSpPr/>
          <p:nvPr/>
        </p:nvGrpSpPr>
        <p:grpSpPr>
          <a:xfrm>
            <a:off x="398626" y="2454572"/>
            <a:ext cx="2383473" cy="1385399"/>
            <a:chOff x="866056" y="3073400"/>
            <a:chExt cx="2383473" cy="13853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F12D5EE-844A-A2D0-7DAA-684438ACECF1}"/>
                    </a:ext>
                  </a:extLst>
                </p:cNvPr>
                <p:cNvSpPr txBox="1"/>
                <p:nvPr/>
              </p:nvSpPr>
              <p:spPr>
                <a:xfrm>
                  <a:off x="866056" y="3073400"/>
                  <a:ext cx="2383473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𝑆𝑊𝐴𝑃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F12D5EE-844A-A2D0-7DAA-684438ACEC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056" y="3073400"/>
                  <a:ext cx="2383473" cy="10204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39112E5-E140-9ED7-B9CC-B01C153AA14A}"/>
                </a:ext>
              </a:extLst>
            </p:cNvPr>
            <p:cNvSpPr txBox="1"/>
            <p:nvPr/>
          </p:nvSpPr>
          <p:spPr>
            <a:xfrm>
              <a:off x="1016935" y="4151022"/>
              <a:ext cx="208171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ea typeface="Lato" panose="020F0502020204030203" pitchFamily="34" charset="0"/>
                  <a:cs typeface="Times New Roman" panose="02020603050405020304" pitchFamily="18" charset="0"/>
                </a:rPr>
                <a:t>SWAP Unitary Matrix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804ED09-C7F6-97C8-1192-D85336E81CF4}"/>
              </a:ext>
            </a:extLst>
          </p:cNvPr>
          <p:cNvGrpSpPr/>
          <p:nvPr/>
        </p:nvGrpSpPr>
        <p:grpSpPr>
          <a:xfrm>
            <a:off x="398626" y="4515672"/>
            <a:ext cx="2984477" cy="1983740"/>
            <a:chOff x="505484" y="3524871"/>
            <a:chExt cx="2984477" cy="19837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61D44FB-6DA8-05C2-C383-51345AC3D980}"/>
                </a:ext>
              </a:extLst>
            </p:cNvPr>
            <p:cNvSpPr/>
            <p:nvPr/>
          </p:nvSpPr>
          <p:spPr>
            <a:xfrm>
              <a:off x="505485" y="3524871"/>
              <a:ext cx="2984476" cy="16719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3C62722-9B96-7F39-98BE-7B524901DCAF}"/>
                    </a:ext>
                  </a:extLst>
                </p14:cNvPr>
                <p14:cNvContentPartPr/>
                <p14:nvPr/>
              </p14:nvContentPartPr>
              <p14:xfrm>
                <a:off x="1195587" y="4062451"/>
                <a:ext cx="2119105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3C62722-9B96-7F39-98BE-7B524901DCA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86588" y="4053451"/>
                  <a:ext cx="2136743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2CE063-BAC2-9170-B8EB-451CE1CD48AA}"/>
                    </a:ext>
                  </a:extLst>
                </p14:cNvPr>
                <p14:cNvContentPartPr/>
                <p14:nvPr/>
              </p14:nvContentPartPr>
              <p14:xfrm>
                <a:off x="1227627" y="4544521"/>
                <a:ext cx="2060648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2CE063-BAC2-9170-B8EB-451CE1CD48A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18627" y="4535521"/>
                  <a:ext cx="2078288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6E72601-163F-6AA9-1E15-F5BB08B970EE}"/>
                    </a:ext>
                  </a:extLst>
                </p:cNvPr>
                <p:cNvSpPr txBox="1"/>
                <p:nvPr/>
              </p:nvSpPr>
              <p:spPr>
                <a:xfrm>
                  <a:off x="686799" y="3916331"/>
                  <a:ext cx="4728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6E72601-163F-6AA9-1E15-F5BB08B970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799" y="3916331"/>
                  <a:ext cx="47282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7949" t="-2222" r="-17949" b="-3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293A32-D94C-048D-3EE0-388E6115332A}"/>
                    </a:ext>
                  </a:extLst>
                </p:cNvPr>
                <p:cNvSpPr txBox="1"/>
                <p:nvPr/>
              </p:nvSpPr>
              <p:spPr>
                <a:xfrm>
                  <a:off x="686799" y="4397809"/>
                  <a:ext cx="4675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293A32-D94C-048D-3EE0-388E61153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799" y="4397809"/>
                  <a:ext cx="46750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8182" t="-2222" r="-18182" b="-3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3233097-4CE8-0612-0793-01180CCAB8E1}"/>
                </a:ext>
              </a:extLst>
            </p:cNvPr>
            <p:cNvSpPr txBox="1"/>
            <p:nvPr/>
          </p:nvSpPr>
          <p:spPr>
            <a:xfrm>
              <a:off x="505484" y="5200834"/>
              <a:ext cx="29844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ea typeface="Lato" panose="020F0502020204030203" pitchFamily="34" charset="0"/>
                  <a:cs typeface="Times New Roman" panose="02020603050405020304" pitchFamily="18" charset="0"/>
                </a:rPr>
                <a:t>SWAP Gate Circuit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A547883-AE77-B728-46C8-BF6039EDBC39}"/>
                </a:ext>
              </a:extLst>
            </p:cNvPr>
            <p:cNvGrpSpPr/>
            <p:nvPr/>
          </p:nvGrpSpPr>
          <p:grpSpPr>
            <a:xfrm>
              <a:off x="1849466" y="3954821"/>
              <a:ext cx="215259" cy="697329"/>
              <a:chOff x="1476382" y="3954821"/>
              <a:chExt cx="215259" cy="697329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6A5F363-677C-BFC2-6FAA-59BC0ECAB18F}"/>
                  </a:ext>
                </a:extLst>
              </p:cNvPr>
              <p:cNvCxnSpPr>
                <a:cxnSpLocks/>
                <a:stCxn id="65" idx="1"/>
                <a:endCxn id="68" idx="1"/>
              </p:cNvCxnSpPr>
              <p:nvPr/>
            </p:nvCxnSpPr>
            <p:spPr>
              <a:xfrm>
                <a:off x="1584011" y="4054571"/>
                <a:ext cx="1" cy="4820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8C7A0E6-9A96-749D-F50A-6EE135683D93}"/>
                  </a:ext>
                </a:extLst>
              </p:cNvPr>
              <p:cNvSpPr/>
              <p:nvPr/>
            </p:nvSpPr>
            <p:spPr>
              <a:xfrm rot="18900000">
                <a:off x="1476382" y="3954821"/>
                <a:ext cx="215258" cy="215258"/>
              </a:xfrm>
              <a:custGeom>
                <a:avLst/>
                <a:gdLst>
                  <a:gd name="connsiteX0" fmla="*/ 544313 w 1035050"/>
                  <a:gd name="connsiteY0" fmla="*/ 0 h 1035050"/>
                  <a:gd name="connsiteX1" fmla="*/ 544314 w 1035050"/>
                  <a:gd name="connsiteY1" fmla="*/ 490738 h 1035050"/>
                  <a:gd name="connsiteX2" fmla="*/ 1035050 w 1035050"/>
                  <a:gd name="connsiteY2" fmla="*/ 490738 h 1035050"/>
                  <a:gd name="connsiteX3" fmla="*/ 1035050 w 1035050"/>
                  <a:gd name="connsiteY3" fmla="*/ 536458 h 1035050"/>
                  <a:gd name="connsiteX4" fmla="*/ 544314 w 1035050"/>
                  <a:gd name="connsiteY4" fmla="*/ 536458 h 1035050"/>
                  <a:gd name="connsiteX5" fmla="*/ 544313 w 1035050"/>
                  <a:gd name="connsiteY5" fmla="*/ 1035050 h 1035050"/>
                  <a:gd name="connsiteX6" fmla="*/ 498595 w 1035050"/>
                  <a:gd name="connsiteY6" fmla="*/ 1035050 h 1035050"/>
                  <a:gd name="connsiteX7" fmla="*/ 498594 w 1035050"/>
                  <a:gd name="connsiteY7" fmla="*/ 536458 h 1035050"/>
                  <a:gd name="connsiteX8" fmla="*/ 0 w 1035050"/>
                  <a:gd name="connsiteY8" fmla="*/ 536458 h 1035050"/>
                  <a:gd name="connsiteX9" fmla="*/ 0 w 1035050"/>
                  <a:gd name="connsiteY9" fmla="*/ 490738 h 1035050"/>
                  <a:gd name="connsiteX10" fmla="*/ 498595 w 1035050"/>
                  <a:gd name="connsiteY10" fmla="*/ 490738 h 1035050"/>
                  <a:gd name="connsiteX11" fmla="*/ 498595 w 1035050"/>
                  <a:gd name="connsiteY11" fmla="*/ 0 h 103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35050" h="1035050">
                    <a:moveTo>
                      <a:pt x="544313" y="0"/>
                    </a:moveTo>
                    <a:lnTo>
                      <a:pt x="544314" y="490738"/>
                    </a:lnTo>
                    <a:lnTo>
                      <a:pt x="1035050" y="490738"/>
                    </a:lnTo>
                    <a:lnTo>
                      <a:pt x="1035050" y="536458"/>
                    </a:lnTo>
                    <a:lnTo>
                      <a:pt x="544314" y="536458"/>
                    </a:lnTo>
                    <a:lnTo>
                      <a:pt x="544313" y="1035050"/>
                    </a:lnTo>
                    <a:lnTo>
                      <a:pt x="498595" y="1035050"/>
                    </a:lnTo>
                    <a:lnTo>
                      <a:pt x="498594" y="536458"/>
                    </a:lnTo>
                    <a:lnTo>
                      <a:pt x="0" y="536458"/>
                    </a:lnTo>
                    <a:lnTo>
                      <a:pt x="0" y="490738"/>
                    </a:lnTo>
                    <a:lnTo>
                      <a:pt x="498595" y="490738"/>
                    </a:lnTo>
                    <a:lnTo>
                      <a:pt x="498595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82F34B3-31D8-B8DF-9D05-952DB5ED63C5}"/>
                  </a:ext>
                </a:extLst>
              </p:cNvPr>
              <p:cNvSpPr/>
              <p:nvPr/>
            </p:nvSpPr>
            <p:spPr>
              <a:xfrm rot="18900000">
                <a:off x="1476383" y="4436892"/>
                <a:ext cx="215258" cy="215258"/>
              </a:xfrm>
              <a:custGeom>
                <a:avLst/>
                <a:gdLst>
                  <a:gd name="connsiteX0" fmla="*/ 544313 w 1035050"/>
                  <a:gd name="connsiteY0" fmla="*/ 0 h 1035050"/>
                  <a:gd name="connsiteX1" fmla="*/ 544314 w 1035050"/>
                  <a:gd name="connsiteY1" fmla="*/ 490738 h 1035050"/>
                  <a:gd name="connsiteX2" fmla="*/ 1035050 w 1035050"/>
                  <a:gd name="connsiteY2" fmla="*/ 490738 h 1035050"/>
                  <a:gd name="connsiteX3" fmla="*/ 1035050 w 1035050"/>
                  <a:gd name="connsiteY3" fmla="*/ 536458 h 1035050"/>
                  <a:gd name="connsiteX4" fmla="*/ 544314 w 1035050"/>
                  <a:gd name="connsiteY4" fmla="*/ 536458 h 1035050"/>
                  <a:gd name="connsiteX5" fmla="*/ 544313 w 1035050"/>
                  <a:gd name="connsiteY5" fmla="*/ 1035050 h 1035050"/>
                  <a:gd name="connsiteX6" fmla="*/ 498595 w 1035050"/>
                  <a:gd name="connsiteY6" fmla="*/ 1035050 h 1035050"/>
                  <a:gd name="connsiteX7" fmla="*/ 498594 w 1035050"/>
                  <a:gd name="connsiteY7" fmla="*/ 536458 h 1035050"/>
                  <a:gd name="connsiteX8" fmla="*/ 0 w 1035050"/>
                  <a:gd name="connsiteY8" fmla="*/ 536458 h 1035050"/>
                  <a:gd name="connsiteX9" fmla="*/ 0 w 1035050"/>
                  <a:gd name="connsiteY9" fmla="*/ 490738 h 1035050"/>
                  <a:gd name="connsiteX10" fmla="*/ 498595 w 1035050"/>
                  <a:gd name="connsiteY10" fmla="*/ 490738 h 1035050"/>
                  <a:gd name="connsiteX11" fmla="*/ 498595 w 1035050"/>
                  <a:gd name="connsiteY11" fmla="*/ 0 h 103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35050" h="1035050">
                    <a:moveTo>
                      <a:pt x="544313" y="0"/>
                    </a:moveTo>
                    <a:lnTo>
                      <a:pt x="544314" y="490738"/>
                    </a:lnTo>
                    <a:lnTo>
                      <a:pt x="1035050" y="490738"/>
                    </a:lnTo>
                    <a:lnTo>
                      <a:pt x="1035050" y="536458"/>
                    </a:lnTo>
                    <a:lnTo>
                      <a:pt x="544314" y="536458"/>
                    </a:lnTo>
                    <a:lnTo>
                      <a:pt x="544313" y="1035050"/>
                    </a:lnTo>
                    <a:lnTo>
                      <a:pt x="498595" y="1035050"/>
                    </a:lnTo>
                    <a:lnTo>
                      <a:pt x="498594" y="536458"/>
                    </a:lnTo>
                    <a:lnTo>
                      <a:pt x="0" y="536458"/>
                    </a:lnTo>
                    <a:lnTo>
                      <a:pt x="0" y="490738"/>
                    </a:lnTo>
                    <a:lnTo>
                      <a:pt x="498595" y="490738"/>
                    </a:lnTo>
                    <a:lnTo>
                      <a:pt x="498595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B66A42C-763A-880E-4A3B-C84B9C830284}"/>
                </a:ext>
              </a:extLst>
            </p:cNvPr>
            <p:cNvCxnSpPr>
              <a:cxnSpLocks/>
              <a:stCxn id="81" idx="2"/>
              <a:endCxn id="82" idx="0"/>
            </p:cNvCxnSpPr>
            <p:nvPr/>
          </p:nvCxnSpPr>
          <p:spPr>
            <a:xfrm>
              <a:off x="1364299" y="3869205"/>
              <a:ext cx="0" cy="949801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C9D26D5-2F2C-A8C2-457B-2A5EE30A396D}"/>
                    </a:ext>
                  </a:extLst>
                </p:cNvPr>
                <p:cNvSpPr txBox="1"/>
                <p:nvPr/>
              </p:nvSpPr>
              <p:spPr>
                <a:xfrm>
                  <a:off x="768267" y="3561428"/>
                  <a:ext cx="119206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C9D26D5-2F2C-A8C2-457B-2A5EE30A39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67" y="3561428"/>
                  <a:ext cx="1192063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6937DF8A-E02F-7B33-6B95-FF37A1C66893}"/>
                    </a:ext>
                  </a:extLst>
                </p:cNvPr>
                <p:cNvSpPr txBox="1"/>
                <p:nvPr/>
              </p:nvSpPr>
              <p:spPr>
                <a:xfrm>
                  <a:off x="768267" y="4819006"/>
                  <a:ext cx="119206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6937DF8A-E02F-7B33-6B95-FF37A1C66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67" y="4819006"/>
                  <a:ext cx="1192063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34C6B20-9921-A1C4-A659-632E0710CDDE}"/>
                </a:ext>
              </a:extLst>
            </p:cNvPr>
            <p:cNvCxnSpPr>
              <a:cxnSpLocks/>
              <a:stCxn id="86" idx="2"/>
              <a:endCxn id="87" idx="0"/>
            </p:cNvCxnSpPr>
            <p:nvPr/>
          </p:nvCxnSpPr>
          <p:spPr>
            <a:xfrm>
              <a:off x="2553128" y="3869205"/>
              <a:ext cx="0" cy="949801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56DB7D1-124C-87E2-1893-4CFFC1FE6400}"/>
                    </a:ext>
                  </a:extLst>
                </p:cNvPr>
                <p:cNvSpPr txBox="1"/>
                <p:nvPr/>
              </p:nvSpPr>
              <p:spPr>
                <a:xfrm>
                  <a:off x="1957096" y="3561428"/>
                  <a:ext cx="119206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56DB7D1-124C-87E2-1893-4CFFC1FE64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7096" y="3561428"/>
                  <a:ext cx="1192063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7349E94-73D7-254B-0609-9EBE2B9FA1C6}"/>
                    </a:ext>
                  </a:extLst>
                </p:cNvPr>
                <p:cNvSpPr txBox="1"/>
                <p:nvPr/>
              </p:nvSpPr>
              <p:spPr>
                <a:xfrm>
                  <a:off x="1957096" y="4819006"/>
                  <a:ext cx="119206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7349E94-73D7-254B-0609-9EBE2B9FA1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7096" y="4819006"/>
                  <a:ext cx="1192063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E22C3A9-FEDC-5EAB-7A1B-2A13CDCF7A2A}"/>
              </a:ext>
            </a:extLst>
          </p:cNvPr>
          <p:cNvCxnSpPr>
            <a:cxnSpLocks/>
          </p:cNvCxnSpPr>
          <p:nvPr/>
        </p:nvCxnSpPr>
        <p:spPr>
          <a:xfrm>
            <a:off x="398626" y="2279306"/>
            <a:ext cx="116393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276BA3F-76D5-7532-3B78-743F602BB724}"/>
              </a:ext>
            </a:extLst>
          </p:cNvPr>
          <p:cNvCxnSpPr/>
          <p:nvPr/>
        </p:nvCxnSpPr>
        <p:spPr>
          <a:xfrm>
            <a:off x="5149850" y="2392680"/>
            <a:ext cx="0" cy="4152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1F26CAF-A499-48C7-B71C-CE69CEC883FA}"/>
                  </a:ext>
                </a:extLst>
              </p:cNvPr>
              <p:cNvSpPr txBox="1"/>
              <p:nvPr/>
            </p:nvSpPr>
            <p:spPr>
              <a:xfrm>
                <a:off x="5300730" y="2409203"/>
                <a:ext cx="662790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CSWAP Gate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17"/>
                  </a:rPr>
                  <a:t>CSWAP Gate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(or Controlled SWAP) is a 3-qubit controlled version of the SWAP gate which SWAPs the target qubit amplitudes if the control bit is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|1⟩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N" sz="1600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gate is used extensively in QML Loss functions.</a:t>
                </a: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1F26CAF-A499-48C7-B71C-CE69CEC88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730" y="2409203"/>
                <a:ext cx="6627904" cy="830997"/>
              </a:xfrm>
              <a:prstGeom prst="rect">
                <a:avLst/>
              </a:prstGeom>
              <a:blipFill>
                <a:blip r:embed="rId18"/>
                <a:stretch>
                  <a:fillRect l="-552" t="-2190" r="-920" b="-80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F7333DDC-C564-6895-EAE4-F4D4AC5BD5E2}"/>
              </a:ext>
            </a:extLst>
          </p:cNvPr>
          <p:cNvGrpSpPr/>
          <p:nvPr/>
        </p:nvGrpSpPr>
        <p:grpSpPr>
          <a:xfrm>
            <a:off x="5410052" y="3522891"/>
            <a:ext cx="1934206" cy="2111606"/>
            <a:chOff x="6817891" y="3498850"/>
            <a:chExt cx="1934206" cy="2111606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EF4B48C-7328-3106-2E4C-4069A91367D0}"/>
                </a:ext>
              </a:extLst>
            </p:cNvPr>
            <p:cNvSpPr/>
            <p:nvPr/>
          </p:nvSpPr>
          <p:spPr>
            <a:xfrm>
              <a:off x="6817891" y="3498850"/>
              <a:ext cx="1934206" cy="17970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51A2CE1-A945-D83F-BD9B-0B0BAEC7FCAF}"/>
                </a:ext>
              </a:extLst>
            </p:cNvPr>
            <p:cNvSpPr txBox="1"/>
            <p:nvPr/>
          </p:nvSpPr>
          <p:spPr>
            <a:xfrm>
              <a:off x="6817891" y="5302679"/>
              <a:ext cx="19342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ea typeface="Lato" panose="020F0502020204030203" pitchFamily="34" charset="0"/>
                  <a:cs typeface="Times New Roman" panose="02020603050405020304" pitchFamily="18" charset="0"/>
                </a:rPr>
                <a:t>CSWAP Gate Circuit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BAACA08-EC30-90B2-EC54-8A0244D2FE57}"/>
                    </a:ext>
                  </a:extLst>
                </p14:cNvPr>
                <p14:cNvContentPartPr/>
                <p14:nvPr/>
              </p14:nvContentPartPr>
              <p14:xfrm>
                <a:off x="7507993" y="4485702"/>
                <a:ext cx="1022575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BAACA08-EC30-90B2-EC54-8A0244D2FE5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98995" y="4476702"/>
                  <a:ext cx="1040212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56DA9EF-ECFE-48FE-4D1A-1C42FE7FDFCF}"/>
                    </a:ext>
                  </a:extLst>
                </p14:cNvPr>
                <p14:cNvContentPartPr/>
                <p14:nvPr/>
              </p14:nvContentPartPr>
              <p14:xfrm>
                <a:off x="7540033" y="4967772"/>
                <a:ext cx="994367" cy="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56DA9EF-ECFE-48FE-4D1A-1C42FE7FDFC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31036" y="4958772"/>
                  <a:ext cx="1012001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3243A1B-FD89-FC07-78EF-906900BAF49E}"/>
                    </a:ext>
                  </a:extLst>
                </p:cNvPr>
                <p:cNvSpPr txBox="1"/>
                <p:nvPr/>
              </p:nvSpPr>
              <p:spPr>
                <a:xfrm>
                  <a:off x="6999205" y="4339582"/>
                  <a:ext cx="4728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3243A1B-FD89-FC07-78EF-906900BAF4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9205" y="4339582"/>
                  <a:ext cx="472822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17949" t="-2222" r="-17949" b="-3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F9A2A24-4D96-DE29-8D03-34C6699BA236}"/>
                    </a:ext>
                  </a:extLst>
                </p:cNvPr>
                <p:cNvSpPr txBox="1"/>
                <p:nvPr/>
              </p:nvSpPr>
              <p:spPr>
                <a:xfrm>
                  <a:off x="6999205" y="4821060"/>
                  <a:ext cx="4675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F9A2A24-4D96-DE29-8D03-34C6699BA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9205" y="4821060"/>
                  <a:ext cx="467500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8182" t="-2222" r="-18182" b="-3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71895CE-364D-D59A-89D5-5E7050B7BDCD}"/>
                </a:ext>
              </a:extLst>
            </p:cNvPr>
            <p:cNvCxnSpPr>
              <a:cxnSpLocks/>
            </p:cNvCxnSpPr>
            <p:nvPr/>
          </p:nvCxnSpPr>
          <p:spPr>
            <a:xfrm>
              <a:off x="8232881" y="3831371"/>
              <a:ext cx="0" cy="1266688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24A54B9-420B-9ECC-3796-F608484B97D8}"/>
                    </a:ext>
                  </a:extLst>
                </p14:cNvPr>
                <p14:cNvContentPartPr/>
                <p14:nvPr/>
              </p14:nvContentPartPr>
              <p14:xfrm>
                <a:off x="7507993" y="3988667"/>
                <a:ext cx="1022575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24A54B9-420B-9ECC-3796-F608484B97D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98995" y="3979667"/>
                  <a:ext cx="1040212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B915CBA-C9C2-401C-8C01-D467EB0857BB}"/>
                    </a:ext>
                  </a:extLst>
                </p:cNvPr>
                <p:cNvSpPr txBox="1"/>
                <p:nvPr/>
              </p:nvSpPr>
              <p:spPr>
                <a:xfrm>
                  <a:off x="6999205" y="3842547"/>
                  <a:ext cx="49250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B915CBA-C9C2-401C-8C01-D467EB085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9205" y="3842547"/>
                  <a:ext cx="492507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17284" t="-2174" r="-18519" b="-326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5E68A396-9A95-642E-7E2A-7D09E25AA0F7}"/>
                </a:ext>
              </a:extLst>
            </p:cNvPr>
            <p:cNvGrpSpPr/>
            <p:nvPr/>
          </p:nvGrpSpPr>
          <p:grpSpPr>
            <a:xfrm>
              <a:off x="7854856" y="3931564"/>
              <a:ext cx="215259" cy="1143837"/>
              <a:chOff x="8161872" y="4332690"/>
              <a:chExt cx="215259" cy="1143837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FC8182BF-384B-861C-7A28-32BB83AFA3EA}"/>
                  </a:ext>
                </a:extLst>
              </p:cNvPr>
              <p:cNvGrpSpPr/>
              <p:nvPr/>
            </p:nvGrpSpPr>
            <p:grpSpPr>
              <a:xfrm>
                <a:off x="8161872" y="4439910"/>
                <a:ext cx="215259" cy="1036617"/>
                <a:chOff x="1476382" y="3615533"/>
                <a:chExt cx="215259" cy="1036617"/>
              </a:xfrm>
            </p:grpSpPr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2E3D868F-1B32-72B9-F5B6-CC3A3FE0F273}"/>
                    </a:ext>
                  </a:extLst>
                </p:cNvPr>
                <p:cNvCxnSpPr>
                  <a:cxnSpLocks/>
                  <a:stCxn id="114" idx="1"/>
                  <a:endCxn id="115" idx="1"/>
                </p:cNvCxnSpPr>
                <p:nvPr/>
              </p:nvCxnSpPr>
              <p:spPr>
                <a:xfrm>
                  <a:off x="1584011" y="4054571"/>
                  <a:ext cx="1" cy="4820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19FEB79B-3B7A-E647-5A05-EEF158950579}"/>
                    </a:ext>
                  </a:extLst>
                </p:cNvPr>
                <p:cNvSpPr/>
                <p:nvPr/>
              </p:nvSpPr>
              <p:spPr>
                <a:xfrm rot="18900000">
                  <a:off x="1476382" y="3954821"/>
                  <a:ext cx="215258" cy="215258"/>
                </a:xfrm>
                <a:custGeom>
                  <a:avLst/>
                  <a:gdLst>
                    <a:gd name="connsiteX0" fmla="*/ 544313 w 1035050"/>
                    <a:gd name="connsiteY0" fmla="*/ 0 h 1035050"/>
                    <a:gd name="connsiteX1" fmla="*/ 544314 w 1035050"/>
                    <a:gd name="connsiteY1" fmla="*/ 490738 h 1035050"/>
                    <a:gd name="connsiteX2" fmla="*/ 1035050 w 1035050"/>
                    <a:gd name="connsiteY2" fmla="*/ 490738 h 1035050"/>
                    <a:gd name="connsiteX3" fmla="*/ 1035050 w 1035050"/>
                    <a:gd name="connsiteY3" fmla="*/ 536458 h 1035050"/>
                    <a:gd name="connsiteX4" fmla="*/ 544314 w 1035050"/>
                    <a:gd name="connsiteY4" fmla="*/ 536458 h 1035050"/>
                    <a:gd name="connsiteX5" fmla="*/ 544313 w 1035050"/>
                    <a:gd name="connsiteY5" fmla="*/ 1035050 h 1035050"/>
                    <a:gd name="connsiteX6" fmla="*/ 498595 w 1035050"/>
                    <a:gd name="connsiteY6" fmla="*/ 1035050 h 1035050"/>
                    <a:gd name="connsiteX7" fmla="*/ 498594 w 1035050"/>
                    <a:gd name="connsiteY7" fmla="*/ 536458 h 1035050"/>
                    <a:gd name="connsiteX8" fmla="*/ 0 w 1035050"/>
                    <a:gd name="connsiteY8" fmla="*/ 536458 h 1035050"/>
                    <a:gd name="connsiteX9" fmla="*/ 0 w 1035050"/>
                    <a:gd name="connsiteY9" fmla="*/ 490738 h 1035050"/>
                    <a:gd name="connsiteX10" fmla="*/ 498595 w 1035050"/>
                    <a:gd name="connsiteY10" fmla="*/ 490738 h 1035050"/>
                    <a:gd name="connsiteX11" fmla="*/ 498595 w 1035050"/>
                    <a:gd name="connsiteY11" fmla="*/ 0 h 103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035050" h="1035050">
                      <a:moveTo>
                        <a:pt x="544313" y="0"/>
                      </a:moveTo>
                      <a:lnTo>
                        <a:pt x="544314" y="490738"/>
                      </a:lnTo>
                      <a:lnTo>
                        <a:pt x="1035050" y="490738"/>
                      </a:lnTo>
                      <a:lnTo>
                        <a:pt x="1035050" y="536458"/>
                      </a:lnTo>
                      <a:lnTo>
                        <a:pt x="544314" y="536458"/>
                      </a:lnTo>
                      <a:lnTo>
                        <a:pt x="544313" y="1035050"/>
                      </a:lnTo>
                      <a:lnTo>
                        <a:pt x="498595" y="1035050"/>
                      </a:lnTo>
                      <a:lnTo>
                        <a:pt x="498594" y="536458"/>
                      </a:lnTo>
                      <a:lnTo>
                        <a:pt x="0" y="536458"/>
                      </a:lnTo>
                      <a:lnTo>
                        <a:pt x="0" y="490738"/>
                      </a:lnTo>
                      <a:lnTo>
                        <a:pt x="498595" y="490738"/>
                      </a:lnTo>
                      <a:lnTo>
                        <a:pt x="49859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DB5FC797-6FE0-EC7E-7A31-E468EE64B2C2}"/>
                    </a:ext>
                  </a:extLst>
                </p:cNvPr>
                <p:cNvSpPr/>
                <p:nvPr/>
              </p:nvSpPr>
              <p:spPr>
                <a:xfrm rot="18900000">
                  <a:off x="1476383" y="4436892"/>
                  <a:ext cx="215258" cy="215258"/>
                </a:xfrm>
                <a:custGeom>
                  <a:avLst/>
                  <a:gdLst>
                    <a:gd name="connsiteX0" fmla="*/ 544313 w 1035050"/>
                    <a:gd name="connsiteY0" fmla="*/ 0 h 1035050"/>
                    <a:gd name="connsiteX1" fmla="*/ 544314 w 1035050"/>
                    <a:gd name="connsiteY1" fmla="*/ 490738 h 1035050"/>
                    <a:gd name="connsiteX2" fmla="*/ 1035050 w 1035050"/>
                    <a:gd name="connsiteY2" fmla="*/ 490738 h 1035050"/>
                    <a:gd name="connsiteX3" fmla="*/ 1035050 w 1035050"/>
                    <a:gd name="connsiteY3" fmla="*/ 536458 h 1035050"/>
                    <a:gd name="connsiteX4" fmla="*/ 544314 w 1035050"/>
                    <a:gd name="connsiteY4" fmla="*/ 536458 h 1035050"/>
                    <a:gd name="connsiteX5" fmla="*/ 544313 w 1035050"/>
                    <a:gd name="connsiteY5" fmla="*/ 1035050 h 1035050"/>
                    <a:gd name="connsiteX6" fmla="*/ 498595 w 1035050"/>
                    <a:gd name="connsiteY6" fmla="*/ 1035050 h 1035050"/>
                    <a:gd name="connsiteX7" fmla="*/ 498594 w 1035050"/>
                    <a:gd name="connsiteY7" fmla="*/ 536458 h 1035050"/>
                    <a:gd name="connsiteX8" fmla="*/ 0 w 1035050"/>
                    <a:gd name="connsiteY8" fmla="*/ 536458 h 1035050"/>
                    <a:gd name="connsiteX9" fmla="*/ 0 w 1035050"/>
                    <a:gd name="connsiteY9" fmla="*/ 490738 h 1035050"/>
                    <a:gd name="connsiteX10" fmla="*/ 498595 w 1035050"/>
                    <a:gd name="connsiteY10" fmla="*/ 490738 h 1035050"/>
                    <a:gd name="connsiteX11" fmla="*/ 498595 w 1035050"/>
                    <a:gd name="connsiteY11" fmla="*/ 0 h 1035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035050" h="1035050">
                      <a:moveTo>
                        <a:pt x="544313" y="0"/>
                      </a:moveTo>
                      <a:lnTo>
                        <a:pt x="544314" y="490738"/>
                      </a:lnTo>
                      <a:lnTo>
                        <a:pt x="1035050" y="490738"/>
                      </a:lnTo>
                      <a:lnTo>
                        <a:pt x="1035050" y="536458"/>
                      </a:lnTo>
                      <a:lnTo>
                        <a:pt x="544314" y="536458"/>
                      </a:lnTo>
                      <a:lnTo>
                        <a:pt x="544313" y="1035050"/>
                      </a:lnTo>
                      <a:lnTo>
                        <a:pt x="498595" y="1035050"/>
                      </a:lnTo>
                      <a:lnTo>
                        <a:pt x="498594" y="536458"/>
                      </a:lnTo>
                      <a:lnTo>
                        <a:pt x="0" y="536458"/>
                      </a:lnTo>
                      <a:lnTo>
                        <a:pt x="0" y="490738"/>
                      </a:lnTo>
                      <a:lnTo>
                        <a:pt x="498595" y="490738"/>
                      </a:lnTo>
                      <a:lnTo>
                        <a:pt x="49859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8933D93E-F78C-4572-799D-681644376493}"/>
                    </a:ext>
                  </a:extLst>
                </p:cNvPr>
                <p:cNvCxnSpPr>
                  <a:cxnSpLocks/>
                  <a:stCxn id="122" idx="4"/>
                  <a:endCxn id="114" idx="7"/>
                </p:cNvCxnSpPr>
                <p:nvPr/>
              </p:nvCxnSpPr>
              <p:spPr>
                <a:xfrm>
                  <a:off x="1579516" y="3615533"/>
                  <a:ext cx="4495" cy="45248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1BC817F5-E02A-B50F-CF3F-F6C5B3285534}"/>
                  </a:ext>
                </a:extLst>
              </p:cNvPr>
              <p:cNvSpPr/>
              <p:nvPr/>
            </p:nvSpPr>
            <p:spPr>
              <a:xfrm>
                <a:off x="8211396" y="4332690"/>
                <a:ext cx="107220" cy="1072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C14EA6-AA9A-6B81-9BF1-E44FE5C53B1B}"/>
                </a:ext>
              </a:extLst>
            </p:cNvPr>
            <p:cNvCxnSpPr>
              <a:cxnSpLocks/>
            </p:cNvCxnSpPr>
            <p:nvPr/>
          </p:nvCxnSpPr>
          <p:spPr>
            <a:xfrm>
              <a:off x="7670906" y="3831371"/>
              <a:ext cx="0" cy="1266688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AAAC20F1-9E8C-6E1D-C894-278E14C95CA9}"/>
                </a:ext>
              </a:extLst>
            </p:cNvPr>
            <p:cNvSpPr/>
            <p:nvPr/>
          </p:nvSpPr>
          <p:spPr>
            <a:xfrm>
              <a:off x="8123519" y="3596047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0B25D3AD-554C-AE58-52EC-CCEE40DEFCE4}"/>
                </a:ext>
              </a:extLst>
            </p:cNvPr>
            <p:cNvSpPr/>
            <p:nvPr/>
          </p:nvSpPr>
          <p:spPr>
            <a:xfrm>
              <a:off x="7559960" y="3596047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172E64CD-61ED-4FB4-EDC6-733552F542F2}"/>
              </a:ext>
            </a:extLst>
          </p:cNvPr>
          <p:cNvGrpSpPr/>
          <p:nvPr/>
        </p:nvGrpSpPr>
        <p:grpSpPr>
          <a:xfrm>
            <a:off x="7585639" y="3686400"/>
            <a:ext cx="3084726" cy="600998"/>
            <a:chOff x="8975862" y="3240200"/>
            <a:chExt cx="3084726" cy="600998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BCCC22F-5023-EA83-286A-489B2E6910BD}"/>
                </a:ext>
              </a:extLst>
            </p:cNvPr>
            <p:cNvSpPr/>
            <p:nvPr/>
          </p:nvSpPr>
          <p:spPr>
            <a:xfrm>
              <a:off x="8975862" y="3436270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5F427ED-69DD-59CB-86C3-07120D06BD08}"/>
                    </a:ext>
                  </a:extLst>
                </p:cNvPr>
                <p:cNvSpPr txBox="1"/>
                <p:nvPr/>
              </p:nvSpPr>
              <p:spPr>
                <a:xfrm>
                  <a:off x="9197753" y="3240200"/>
                  <a:ext cx="2862835" cy="600998"/>
                </a:xfrm>
                <a:prstGeom prst="rect">
                  <a:avLst/>
                </a:prstGeom>
                <a:noFill/>
              </p:spPr>
              <p:txBody>
                <a:bodyPr wrap="none" rtlCol="0" anchor="ctr" anchorCtr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(|0⟩+|1⟩ )</m:t>
                        </m:r>
                        <m:r>
                          <a:rPr lang="en-I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⊗|</m:t>
                        </m:r>
                        <m:sSub>
                          <m:sSubPr>
                            <m:ctrlP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⟩⊗|</m:t>
                        </m:r>
                        <m:sSub>
                          <m:sSubPr>
                            <m:ctrlP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⟩ </m:t>
                        </m:r>
                      </m:oMath>
                    </m:oMathPara>
                  </a14:m>
                  <a:endParaRPr lang="en-US" sz="16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5F427ED-69DD-59CB-86C3-07120D06BD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7753" y="3240200"/>
                  <a:ext cx="2862835" cy="60099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D4B95D4-F025-3D1C-FA96-23BAC0F51DB3}"/>
              </a:ext>
            </a:extLst>
          </p:cNvPr>
          <p:cNvGrpSpPr/>
          <p:nvPr/>
        </p:nvGrpSpPr>
        <p:grpSpPr>
          <a:xfrm>
            <a:off x="7581734" y="4506346"/>
            <a:ext cx="4569079" cy="600998"/>
            <a:chOff x="6767816" y="5677581"/>
            <a:chExt cx="4569079" cy="600998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97D69C07-003E-D926-11F6-5C70E274AD62}"/>
                </a:ext>
              </a:extLst>
            </p:cNvPr>
            <p:cNvSpPr/>
            <p:nvPr/>
          </p:nvSpPr>
          <p:spPr>
            <a:xfrm>
              <a:off x="6767816" y="5873651"/>
              <a:ext cx="221891" cy="221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0F59089F-5C01-D11E-6A7D-E5ACFCC591B5}"/>
                    </a:ext>
                  </a:extLst>
                </p:cNvPr>
                <p:cNvSpPr txBox="1"/>
                <p:nvPr/>
              </p:nvSpPr>
              <p:spPr>
                <a:xfrm>
                  <a:off x="7058611" y="5677581"/>
                  <a:ext cx="4278284" cy="600998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ctrlP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I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I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IN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⟩⊗|</m:t>
                                </m:r>
                                <m:sSub>
                                  <m:sSub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⟩⊗|</m:t>
                                </m:r>
                                <m:sSub>
                                  <m:sSubPr>
                                    <m:ctrlP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16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0F59089F-5C01-D11E-6A7D-E5ACFCC591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8611" y="5677581"/>
                  <a:ext cx="4278284" cy="600998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D6AC2DD7-81AC-8180-CB98-48895D1907E0}"/>
                  </a:ext>
                </a:extLst>
              </p:cNvPr>
              <p:cNvSpPr/>
              <p:nvPr/>
            </p:nvSpPr>
            <p:spPr>
              <a:xfrm>
                <a:off x="10131403" y="5135796"/>
                <a:ext cx="1906554" cy="68224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SWAP occurs for target qubit value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|1⟩</m:t>
                    </m:r>
                  </m:oMath>
                </a14:m>
                <a:endParaRPr lang="en-IN" sz="1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D6AC2DD7-81AC-8180-CB98-48895D1907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403" y="5135796"/>
                <a:ext cx="1906554" cy="682243"/>
              </a:xfrm>
              <a:prstGeom prst="rect">
                <a:avLst/>
              </a:prstGeom>
              <a:blipFill>
                <a:blip r:embed="rId27"/>
                <a:stretch>
                  <a:fillRect r="-2222"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Rectangle 146">
            <a:extLst>
              <a:ext uri="{FF2B5EF4-FFF2-40B4-BE49-F238E27FC236}">
                <a16:creationId xmlns:a16="http://schemas.microsoft.com/office/drawing/2014/main" id="{93A19C4F-E50E-EBEF-81E8-0DAF9D58DD8A}"/>
              </a:ext>
            </a:extLst>
          </p:cNvPr>
          <p:cNvSpPr/>
          <p:nvPr/>
        </p:nvSpPr>
        <p:spPr>
          <a:xfrm>
            <a:off x="10131403" y="4654784"/>
            <a:ext cx="1906554" cy="304122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A316B372-A3F3-477F-8D56-484DF3A37986}"/>
              </a:ext>
            </a:extLst>
          </p:cNvPr>
          <p:cNvCxnSpPr>
            <a:cxnSpLocks/>
            <a:stCxn id="146" idx="0"/>
            <a:endCxn id="147" idx="2"/>
          </p:cNvCxnSpPr>
          <p:nvPr/>
        </p:nvCxnSpPr>
        <p:spPr>
          <a:xfrm flipV="1">
            <a:off x="11084680" y="4958906"/>
            <a:ext cx="0" cy="1768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6DB700DF-D3B2-5E59-6656-5C9780ACB90C}"/>
              </a:ext>
            </a:extLst>
          </p:cNvPr>
          <p:cNvSpPr txBox="1"/>
          <p:nvPr/>
        </p:nvSpPr>
        <p:spPr>
          <a:xfrm>
            <a:off x="5410052" y="5629271"/>
            <a:ext cx="45403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note that the addition symbol here breaks factorizability – hence creating entangled states (more on entanglement next lecture)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BE8C021-97C8-3C18-5CCD-37236D4044E3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SWAP - Gate</a:t>
            </a:r>
            <a:endParaRPr lang="en-IN" sz="28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DA8F60-7423-AF27-B4A2-AECF3C4BD0D0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84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DF4C60-E715-89FB-CC47-98AD91E8603A}"/>
                  </a:ext>
                </a:extLst>
              </p:cNvPr>
              <p:cNvSpPr txBox="1"/>
              <p:nvPr/>
            </p:nvSpPr>
            <p:spPr>
              <a:xfrm>
                <a:off x="861930" y="1248905"/>
                <a:ext cx="988862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600" i="0" u="none" strike="noStrike" baseline="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multi-qubit gate can be created using a combination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Gates and the CNOT gate.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DF4C60-E715-89FB-CC47-98AD91E86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30" y="1248905"/>
                <a:ext cx="9888620" cy="338554"/>
              </a:xfrm>
              <a:prstGeom prst="rect">
                <a:avLst/>
              </a:prstGeom>
              <a:blipFill>
                <a:blip r:embed="rId2"/>
                <a:stretch>
                  <a:fillRect l="-308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865B2D46-E838-DE30-7324-988C3B053A05}"/>
              </a:ext>
            </a:extLst>
          </p:cNvPr>
          <p:cNvGrpSpPr/>
          <p:nvPr/>
        </p:nvGrpSpPr>
        <p:grpSpPr>
          <a:xfrm>
            <a:off x="861930" y="1935808"/>
            <a:ext cx="6498407" cy="3742601"/>
            <a:chOff x="1154030" y="1819876"/>
            <a:chExt cx="6498407" cy="374260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0B6D8C8-4B8C-0678-82A1-81DC30ABD36A}"/>
                </a:ext>
              </a:extLst>
            </p:cNvPr>
            <p:cNvGrpSpPr/>
            <p:nvPr/>
          </p:nvGrpSpPr>
          <p:grpSpPr>
            <a:xfrm>
              <a:off x="1154030" y="1819876"/>
              <a:ext cx="6498407" cy="3742601"/>
              <a:chOff x="1154030" y="1819876"/>
              <a:chExt cx="6498407" cy="374260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867F6E-A24E-94E1-33BF-487126CFFF5F}"/>
                  </a:ext>
                </a:extLst>
              </p:cNvPr>
              <p:cNvSpPr txBox="1"/>
              <p:nvPr/>
            </p:nvSpPr>
            <p:spPr>
              <a:xfrm>
                <a:off x="1154030" y="3514968"/>
                <a:ext cx="1697118" cy="307777"/>
              </a:xfrm>
              <a:prstGeom prst="rect">
                <a:avLst/>
              </a:prstGeom>
              <a:solidFill>
                <a:srgbClr val="418064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Equivalent Circuits</a:t>
                </a:r>
              </a:p>
            </p:txBody>
          </p:sp>
          <p:pic>
            <p:nvPicPr>
              <p:cNvPr id="19" name="Picture 18" descr="A black and white diagram&#10;&#10;Description automatically generated">
                <a:extLst>
                  <a:ext uri="{FF2B5EF4-FFF2-40B4-BE49-F238E27FC236}">
                    <a16:creationId xmlns:a16="http://schemas.microsoft.com/office/drawing/2014/main" id="{33516A42-BD33-7904-887F-6A05AE5DA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70737" y="4124567"/>
                <a:ext cx="5981700" cy="1437910"/>
              </a:xfrm>
              <a:prstGeom prst="rect">
                <a:avLst/>
              </a:prstGeom>
            </p:spPr>
          </p:pic>
          <p:pic>
            <p:nvPicPr>
              <p:cNvPr id="21" name="Picture 20" descr="A black and white diagram&#10;&#10;Description automatically generated">
                <a:extLst>
                  <a:ext uri="{FF2B5EF4-FFF2-40B4-BE49-F238E27FC236}">
                    <a16:creationId xmlns:a16="http://schemas.microsoft.com/office/drawing/2014/main" id="{7CBC8C1B-E2BD-12BD-3863-53C2824C2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70737" y="1819876"/>
                <a:ext cx="1879598" cy="1393270"/>
              </a:xfrm>
              <a:prstGeom prst="rect">
                <a:avLst/>
              </a:prstGeom>
            </p:spPr>
          </p:pic>
        </p:grp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DE37B969-7913-62DB-367A-0A38F5AF266E}"/>
                </a:ext>
              </a:extLst>
            </p:cNvPr>
            <p:cNvCxnSpPr>
              <a:cxnSpLocks/>
              <a:stCxn id="21" idx="1"/>
              <a:endCxn id="19" idx="1"/>
            </p:cNvCxnSpPr>
            <p:nvPr/>
          </p:nvCxnSpPr>
          <p:spPr>
            <a:xfrm rot="10800000" flipV="1">
              <a:off x="1670737" y="2516510"/>
              <a:ext cx="12700" cy="2327011"/>
            </a:xfrm>
            <a:prstGeom prst="bentConnector3">
              <a:avLst>
                <a:gd name="adj1" fmla="val 4250000"/>
              </a:avLst>
            </a:prstGeom>
            <a:ln w="38100">
              <a:solidFill>
                <a:srgbClr val="418064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E347715-ED11-167B-79DD-40485EE43C88}"/>
                  </a:ext>
                </a:extLst>
              </p:cNvPr>
              <p:cNvSpPr txBox="1"/>
              <p:nvPr/>
            </p:nvSpPr>
            <p:spPr>
              <a:xfrm>
                <a:off x="3249529" y="2378109"/>
                <a:ext cx="1774012" cy="508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|11⟩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E347715-ED11-167B-79DD-40485EE43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529" y="2378109"/>
                <a:ext cx="1774012" cy="508665"/>
              </a:xfrm>
              <a:prstGeom prst="rect">
                <a:avLst/>
              </a:prstGeom>
              <a:blipFill>
                <a:blip r:embed="rId5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0F74DA-DF46-FB81-8760-45689C7CC18A}"/>
                  </a:ext>
                </a:extLst>
              </p:cNvPr>
              <p:cNvSpPr txBox="1"/>
              <p:nvPr/>
            </p:nvSpPr>
            <p:spPr>
              <a:xfrm>
                <a:off x="1028708" y="2089452"/>
                <a:ext cx="5905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|+⟩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0F74DA-DF46-FB81-8760-45689C7CC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8" y="2089452"/>
                <a:ext cx="590542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5899C02-2861-420D-AB77-4D32F85802DE}"/>
                  </a:ext>
                </a:extLst>
              </p:cNvPr>
              <p:cNvSpPr txBox="1"/>
              <p:nvPr/>
            </p:nvSpPr>
            <p:spPr>
              <a:xfrm>
                <a:off x="991296" y="4401124"/>
                <a:ext cx="5905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|+⟩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5899C02-2861-420D-AB77-4D32F8580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296" y="4401124"/>
                <a:ext cx="590542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5BBAF7-B8F7-CE59-501A-3FCB76E1F03C}"/>
                  </a:ext>
                </a:extLst>
              </p:cNvPr>
              <p:cNvSpPr txBox="1"/>
              <p:nvPr/>
            </p:nvSpPr>
            <p:spPr>
              <a:xfrm>
                <a:off x="1028708" y="5084978"/>
                <a:ext cx="5905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5BBAF7-B8F7-CE59-501A-3FCB76E1F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8" y="5084978"/>
                <a:ext cx="590542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A2BBFE-D24A-9179-3ED3-CBF43C47BEA3}"/>
                  </a:ext>
                </a:extLst>
              </p:cNvPr>
              <p:cNvSpPr txBox="1"/>
              <p:nvPr/>
            </p:nvSpPr>
            <p:spPr>
              <a:xfrm>
                <a:off x="1028708" y="2738245"/>
                <a:ext cx="5905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A2BBFE-D24A-9179-3ED3-CBF43C47B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8" y="2738245"/>
                <a:ext cx="590542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94B71-367D-1BD9-157E-407D0A1C318D}"/>
                  </a:ext>
                </a:extLst>
              </p:cNvPr>
              <p:cNvSpPr txBox="1"/>
              <p:nvPr/>
            </p:nvSpPr>
            <p:spPr>
              <a:xfrm>
                <a:off x="70546" y="6406956"/>
                <a:ext cx="5199954" cy="364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  <a:r>
                  <a:rPr lang="en-US" sz="1200" b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+|1⟩</m:t>
                        </m:r>
                      </m:e>
                    </m:d>
                  </m:oMath>
                </a14:m>
                <a:r>
                  <a:rPr lang="en-IN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is the result of the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IN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gate on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|0⟩</m:t>
                    </m:r>
                  </m:oMath>
                </a14:m>
                <a:r>
                  <a:rPr lang="en-IN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C94B71-367D-1BD9-157E-407D0A1C3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6" y="6406956"/>
                <a:ext cx="5199954" cy="364331"/>
              </a:xfrm>
              <a:prstGeom prst="rect">
                <a:avLst/>
              </a:prstGeom>
              <a:blipFill>
                <a:blip r:embed="rId10"/>
                <a:stretch>
                  <a:fillRect l="-1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B2135C-22DF-4969-6D81-59ACE151B658}"/>
                  </a:ext>
                </a:extLst>
              </p:cNvPr>
              <p:cNvSpPr txBox="1"/>
              <p:nvPr/>
            </p:nvSpPr>
            <p:spPr>
              <a:xfrm>
                <a:off x="7360337" y="4705120"/>
                <a:ext cx="1774012" cy="508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|11⟩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B2135C-22DF-4969-6D81-59ACE151B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337" y="4705120"/>
                <a:ext cx="1774012" cy="508665"/>
              </a:xfrm>
              <a:prstGeom prst="rect">
                <a:avLst/>
              </a:prstGeom>
              <a:blipFill>
                <a:blip r:embed="rId11"/>
                <a:stretch>
                  <a:fillRect b="-24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5BA2BC25-C594-24DC-594F-255A9EB16BA6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Multi-Qubit Universal Gates</a:t>
            </a:r>
            <a:endParaRPr lang="en-IN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D5F054-6036-FC02-66DE-B887B0E24E97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00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5AB76-5753-8B22-ACB0-D33E7D2C8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logos&#10;&#10;Description automatically generated">
            <a:extLst>
              <a:ext uri="{FF2B5EF4-FFF2-40B4-BE49-F238E27FC236}">
                <a16:creationId xmlns:a16="http://schemas.microsoft.com/office/drawing/2014/main" id="{A27B8CDE-114D-81B7-1C44-FE0063C6D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85" y="2157571"/>
            <a:ext cx="5409524" cy="25428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D00F6F-1D5A-880D-68A4-02D7FA13515D}"/>
              </a:ext>
            </a:extLst>
          </p:cNvPr>
          <p:cNvSpPr txBox="1"/>
          <p:nvPr/>
        </p:nvSpPr>
        <p:spPr>
          <a:xfrm>
            <a:off x="0" y="6627168"/>
            <a:ext cx="1384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Explicit Quantum Models</a:t>
            </a:r>
            <a:endParaRPr lang="en-IN" sz="9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2603FA-7480-3A5B-D298-298B3DB609C0}"/>
              </a:ext>
            </a:extLst>
          </p:cNvPr>
          <p:cNvGrpSpPr/>
          <p:nvPr/>
        </p:nvGrpSpPr>
        <p:grpSpPr>
          <a:xfrm>
            <a:off x="6902792" y="3140045"/>
            <a:ext cx="4755808" cy="577907"/>
            <a:chOff x="5504446" y="2123574"/>
            <a:chExt cx="6376737" cy="57790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B52E4E-4286-F746-EEAF-C09F9E06D3B3}"/>
                </a:ext>
              </a:extLst>
            </p:cNvPr>
            <p:cNvSpPr txBox="1"/>
            <p:nvPr/>
          </p:nvSpPr>
          <p:spPr>
            <a:xfrm>
              <a:off x="5504446" y="2123574"/>
              <a:ext cx="6376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rPr>
                <a:t>Open the Git Repository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C018F86-DAC3-91CB-8B8A-34C553513527}"/>
                </a:ext>
              </a:extLst>
            </p:cNvPr>
            <p:cNvSpPr txBox="1"/>
            <p:nvPr/>
          </p:nvSpPr>
          <p:spPr>
            <a:xfrm>
              <a:off x="5504446" y="2424482"/>
              <a:ext cx="63767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Open the GitHub repository to look at the code.</a:t>
              </a:r>
              <a:endParaRPr lang="en-IN" sz="1200" dirty="0">
                <a:latin typeface="Times New Roman" panose="02020603050405020304" pitchFamily="18" charset="0"/>
                <a:ea typeface="Lato Semibold" panose="020F0502020204030203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0D8D9C46-7810-7E45-D09E-787ED991B899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Let’s code some of this out</a:t>
            </a:r>
            <a:endParaRPr lang="en-IN" sz="28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11F038-4AD4-2242-F437-796E84323E9D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CA7131E-7178-B2AF-8EB9-EF7D5FFB13C2}"/>
              </a:ext>
            </a:extLst>
          </p:cNvPr>
          <p:cNvSpPr txBox="1"/>
          <p:nvPr/>
        </p:nvSpPr>
        <p:spPr>
          <a:xfrm>
            <a:off x="3052584" y="4826351"/>
            <a:ext cx="6105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hlinkClick r:id="rId3"/>
              </a:rPr>
              <a:t>QuantumClubASU</a:t>
            </a:r>
            <a:r>
              <a:rPr lang="en-IN" dirty="0">
                <a:hlinkClick r:id="rId3"/>
              </a:rPr>
              <a:t>/QML-Lecture-Series: Repository for QML lecture series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959387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DF4C9-8AE1-0641-A431-43C7D328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69948A8-7A63-61F2-562A-7026EAB41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484" y="2265194"/>
            <a:ext cx="3470296" cy="347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30A9953-6D66-666F-FBEF-8CEB6B027C6B}"/>
              </a:ext>
            </a:extLst>
          </p:cNvPr>
          <p:cNvGrpSpPr/>
          <p:nvPr/>
        </p:nvGrpSpPr>
        <p:grpSpPr>
          <a:xfrm>
            <a:off x="2389485" y="2250356"/>
            <a:ext cx="3470295" cy="4152109"/>
            <a:chOff x="2006121" y="2307299"/>
            <a:chExt cx="2751320" cy="327000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555D5B2-C460-A880-5839-EB72BF7E5AFB}"/>
                </a:ext>
              </a:extLst>
            </p:cNvPr>
            <p:cNvSpPr txBox="1">
              <a:spLocks/>
            </p:cNvSpPr>
            <p:nvPr/>
          </p:nvSpPr>
          <p:spPr>
            <a:xfrm>
              <a:off x="2006121" y="5058619"/>
              <a:ext cx="2751320" cy="518683"/>
            </a:xfrm>
            <a:prstGeom prst="rect">
              <a:avLst/>
            </a:prstGeom>
            <a:solidFill>
              <a:srgbClr val="8C1D40"/>
            </a:solidFill>
            <a:ln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b="1" kern="1200">
                  <a:solidFill>
                    <a:srgbClr val="8C1D40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Check in here!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5A0CEB-7E71-53D7-0FAB-95A9E89411E5}"/>
                </a:ext>
              </a:extLst>
            </p:cNvPr>
            <p:cNvSpPr/>
            <p:nvPr/>
          </p:nvSpPr>
          <p:spPr>
            <a:xfrm>
              <a:off x="2006121" y="2307299"/>
              <a:ext cx="2751320" cy="32700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FD99D3-771D-8873-1265-DCF44A436C40}"/>
              </a:ext>
            </a:extLst>
          </p:cNvPr>
          <p:cNvGrpSpPr/>
          <p:nvPr/>
        </p:nvGrpSpPr>
        <p:grpSpPr>
          <a:xfrm>
            <a:off x="6673039" y="2257634"/>
            <a:ext cx="3472106" cy="4124521"/>
            <a:chOff x="7114385" y="2307298"/>
            <a:chExt cx="2752756" cy="327000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BADF057-981A-6B67-C89B-B4179AD4BAC2}"/>
                </a:ext>
              </a:extLst>
            </p:cNvPr>
            <p:cNvGrpSpPr/>
            <p:nvPr/>
          </p:nvGrpSpPr>
          <p:grpSpPr>
            <a:xfrm>
              <a:off x="7114385" y="2307299"/>
              <a:ext cx="2752756" cy="3270003"/>
              <a:chOff x="7114385" y="2307299"/>
              <a:chExt cx="2752756" cy="3270003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790620A4-2E58-E6C9-6DC0-20C82A6282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15821" y="2307299"/>
                <a:ext cx="2751320" cy="2751320"/>
              </a:xfrm>
              <a:prstGeom prst="rect">
                <a:avLst/>
              </a:prstGeom>
              <a:noFill/>
              <a:ln w="28575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9E9770EA-70A6-E8B3-4D7D-9EBAC83CAF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4385" y="5058619"/>
                <a:ext cx="2751320" cy="518683"/>
              </a:xfrm>
              <a:prstGeom prst="rect">
                <a:avLst/>
              </a:prstGeom>
              <a:solidFill>
                <a:srgbClr val="8C1D40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b="1" kern="1200">
                    <a:solidFill>
                      <a:srgbClr val="8C1D40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3200" dirty="0">
                    <a:solidFill>
                      <a:schemeClr val="bg1"/>
                    </a:solidFill>
                  </a:rPr>
                  <a:t>Join us on SDC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7218E2-A3C0-8F53-5553-48F13DBFDC90}"/>
                </a:ext>
              </a:extLst>
            </p:cNvPr>
            <p:cNvSpPr/>
            <p:nvPr/>
          </p:nvSpPr>
          <p:spPr>
            <a:xfrm>
              <a:off x="7114385" y="2307298"/>
              <a:ext cx="2751320" cy="32700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48B2DA80-5B9E-CD94-1D3F-A142AA799848}"/>
              </a:ext>
            </a:extLst>
          </p:cNvPr>
          <p:cNvSpPr>
            <a:spLocks noGrp="1"/>
          </p:cNvSpPr>
          <p:nvPr/>
        </p:nvSpPr>
        <p:spPr>
          <a:xfrm>
            <a:off x="1360714" y="246927"/>
            <a:ext cx="9144000" cy="10424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8C1D4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QML Lecture Series - 3</a:t>
            </a:r>
            <a:endParaRPr lang="en-IN" b="1" dirty="0">
              <a:solidFill>
                <a:srgbClr val="8C1D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B1729CB-66CB-FB1E-5085-30B90E8A3849}"/>
              </a:ext>
            </a:extLst>
          </p:cNvPr>
          <p:cNvSpPr>
            <a:spLocks noGrp="1"/>
          </p:cNvSpPr>
          <p:nvPr/>
        </p:nvSpPr>
        <p:spPr>
          <a:xfrm>
            <a:off x="1360714" y="1222756"/>
            <a:ext cx="9144000" cy="466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 to Quantum Machine Learning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325D56-B3F2-40D1-3DC9-4AC346469F81}"/>
              </a:ext>
            </a:extLst>
          </p:cNvPr>
          <p:cNvSpPr txBox="1"/>
          <p:nvPr/>
        </p:nvSpPr>
        <p:spPr>
          <a:xfrm rot="16200000">
            <a:off x="199708" y="4201374"/>
            <a:ext cx="4032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hlinkClick r:id="rId4"/>
              </a:rPr>
              <a:t>https://cglink.me/22J/c38605092504050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44282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igh Five Maru GIFs - Find &amp; Share on GIPHY">
            <a:extLst>
              <a:ext uri="{FF2B5EF4-FFF2-40B4-BE49-F238E27FC236}">
                <a16:creationId xmlns:a16="http://schemas.microsoft.com/office/drawing/2014/main" id="{DF3D90D3-8DDD-9600-DC02-D5E0C6496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44" y="1905108"/>
            <a:ext cx="4762500" cy="26765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096CCE5-C36A-6990-B982-973F67CBDF48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The End…</a:t>
            </a:r>
            <a:endParaRPr lang="en-IN" sz="2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7E405E-9DB7-163F-39BB-97054CDEA5E6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EFB8724-5BD6-5775-C2BE-18252752081D}"/>
              </a:ext>
            </a:extLst>
          </p:cNvPr>
          <p:cNvSpPr>
            <a:spLocks noGrp="1"/>
          </p:cNvSpPr>
          <p:nvPr/>
        </p:nvSpPr>
        <p:spPr>
          <a:xfrm>
            <a:off x="5652120" y="2770700"/>
            <a:ext cx="5815836" cy="74622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8C1D4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made it folks!!! </a:t>
            </a:r>
            <a:endParaRPr lang="en-IN" b="1" dirty="0">
              <a:solidFill>
                <a:srgbClr val="8C1D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185143"/>
      </p:ext>
    </p:extLst>
  </p:cSld>
  <p:clrMapOvr>
    <a:masterClrMapping/>
  </p:clrMapOvr>
</p:sld>
</file>

<file path=ppt/theme/theme1.xml><?xml version="1.0" encoding="utf-8"?>
<a:theme xmlns:a="http://schemas.openxmlformats.org/drawingml/2006/main" name="MPS_Lab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PS_Lab" id="{4FFC0406-4B63-4170-88BE-9BB5E3A02F87}" vid="{D88DA0F6-1C0D-47BE-B63E-89FDBA4FCAA7}"/>
    </a:ext>
  </a:extLst>
</a:theme>
</file>

<file path=ppt/theme/theme2.xml><?xml version="1.0" encoding="utf-8"?>
<a:theme xmlns:a="http://schemas.openxmlformats.org/drawingml/2006/main" name="1_MPS_Lab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PS_Lab" id="{FEF7ADE1-770B-484B-9944-B68831DCD566}" vid="{145A5ADA-A705-4CCB-849E-9360D3F57A28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MPS_Lab</Template>
  <TotalTime>621</TotalTime>
  <Words>3412</Words>
  <Application>Microsoft Office PowerPoint</Application>
  <PresentationFormat>Widescreen</PresentationFormat>
  <Paragraphs>380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Calibri Light</vt:lpstr>
      <vt:lpstr>Cambria Math</vt:lpstr>
      <vt:lpstr>Lato</vt:lpstr>
      <vt:lpstr>Lato Black</vt:lpstr>
      <vt:lpstr>Lato Heavy</vt:lpstr>
      <vt:lpstr>Lato Light</vt:lpstr>
      <vt:lpstr>Lato Semibold</vt:lpstr>
      <vt:lpstr>Times New Roman</vt:lpstr>
      <vt:lpstr>MPS_Lab</vt:lpstr>
      <vt:lpstr>1_MPS_Lab</vt:lpstr>
      <vt:lpstr>Office 2013 - 2022 Theme</vt:lpstr>
      <vt:lpstr>PowerPoint Presentation</vt:lpstr>
      <vt:lpstr>Single Qubit Computation</vt:lpstr>
      <vt:lpstr>Superposition via Rotation</vt:lpstr>
      <vt:lpstr>PowerPoint Presentation</vt:lpstr>
      <vt:lpstr>Measurement of Qubits</vt:lpstr>
      <vt:lpstr>Unitary Matrices</vt:lpstr>
      <vt:lpstr>Single Qubit Quantum Gates</vt:lpstr>
      <vt:lpstr>Key Single Qubit Gates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 to Quantum Computing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Vinayak Sharma (Student)</cp:lastModifiedBy>
  <cp:revision>8</cp:revision>
  <dcterms:created xsi:type="dcterms:W3CDTF">2024-10-01T01:07:54Z</dcterms:created>
  <dcterms:modified xsi:type="dcterms:W3CDTF">2025-10-08T01:27:56Z</dcterms:modified>
</cp:coreProperties>
</file>